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type="screen16x9"/>
  <p:notesSz cx="6858000" cy="9144000"/>
  <p:embeddedFontLst>
    <p:embeddedFont>
      <p:font typeface="Roboto" panose="02000000000000000000" pitchFamily="2" charset="0"/>
      <p:regular r:id="rId17"/>
      <p:bold r:id="rId18"/>
      <p:italic r:id="rId19"/>
      <p:boldItalic r:id="rId20"/>
    </p:embeddedFont>
    <p:embeddedFont>
      <p:font typeface="Roboto Mono" panose="00000009000000000000" pitchFamily="49" charset="0"/>
      <p:regular r:id="rId21"/>
      <p:bold r:id="rId22"/>
      <p:italic r:id="rId23"/>
      <p:boldItalic r:id="rId24"/>
    </p:embeddedFont>
    <p:embeddedFont>
      <p:font typeface="Roboto Slab" pitchFamily="2" charset="0"/>
      <p:regular r:id="rId25"/>
      <p:bold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1373" autoAdjust="0"/>
  </p:normalViewPr>
  <p:slideViewPr>
    <p:cSldViewPr snapToGrid="0">
      <p:cViewPr varScale="1">
        <p:scale>
          <a:sx n="78" d="100"/>
          <a:sy n="78" d="100"/>
        </p:scale>
        <p:origin x="1594"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font" Target="fonts/font10.fntdata"/><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font" Target="fonts/font4.fntdata"/><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8.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7.fntdata"/><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3.fntdata"/><Relationship Id="rId3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 Id="rId27" Type="http://schemas.openxmlformats.org/officeDocument/2006/relationships/presProps" Target="presProps.xml"/><Relationship Id="rId30"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himlie Eustaquio" userId="056709674e28ecbe" providerId="LiveId" clId="{EE34A1E4-FB65-4281-8752-43B6C66EB902}"/>
    <pc:docChg chg="undo custSel modSld">
      <pc:chgData name="Jhimlie Eustaquio" userId="056709674e28ecbe" providerId="LiveId" clId="{EE34A1E4-FB65-4281-8752-43B6C66EB902}" dt="2026-10-03T22:02:50.314" v="639" actId="20577"/>
      <pc:docMkLst>
        <pc:docMk/>
      </pc:docMkLst>
      <pc:sldChg chg="modSp modNotes">
        <pc:chgData name="Jhimlie Eustaquio" userId="056709674e28ecbe" providerId="LiveId" clId="{EE34A1E4-FB65-4281-8752-43B6C66EB902}" dt="2026-10-02T20:35:30.532" v="0"/>
        <pc:sldMkLst>
          <pc:docMk/>
          <pc:sldMk cId="0" sldId="259"/>
        </pc:sldMkLst>
        <pc:spChg chg="mod">
          <ac:chgData name="Jhimlie Eustaquio" userId="056709674e28ecbe" providerId="LiveId" clId="{EE34A1E4-FB65-4281-8752-43B6C66EB902}" dt="2026-10-02T20:35:30.532" v="0"/>
          <ac:spMkLst>
            <pc:docMk/>
            <pc:sldMk cId="0" sldId="259"/>
            <ac:spMk id="81" creationId="{00000000-0000-0000-0000-000000000000}"/>
          </ac:spMkLst>
        </pc:spChg>
      </pc:sldChg>
      <pc:sldChg chg="modSp mod">
        <pc:chgData name="Jhimlie Eustaquio" userId="056709674e28ecbe" providerId="LiveId" clId="{EE34A1E4-FB65-4281-8752-43B6C66EB902}" dt="2026-10-02T23:49:15.713" v="43" actId="20577"/>
        <pc:sldMkLst>
          <pc:docMk/>
          <pc:sldMk cId="0" sldId="260"/>
        </pc:sldMkLst>
        <pc:spChg chg="mod">
          <ac:chgData name="Jhimlie Eustaquio" userId="056709674e28ecbe" providerId="LiveId" clId="{EE34A1E4-FB65-4281-8752-43B6C66EB902}" dt="2026-10-02T23:49:15.713" v="43" actId="20577"/>
          <ac:spMkLst>
            <pc:docMk/>
            <pc:sldMk cId="0" sldId="260"/>
            <ac:spMk id="87" creationId="{00000000-0000-0000-0000-000000000000}"/>
          </ac:spMkLst>
        </pc:spChg>
      </pc:sldChg>
      <pc:sldChg chg="modSp mod modNotes">
        <pc:chgData name="Jhimlie Eustaquio" userId="056709674e28ecbe" providerId="LiveId" clId="{EE34A1E4-FB65-4281-8752-43B6C66EB902}" dt="2026-10-02T23:48:43.799" v="42"/>
        <pc:sldMkLst>
          <pc:docMk/>
          <pc:sldMk cId="0" sldId="261"/>
        </pc:sldMkLst>
        <pc:spChg chg="mod">
          <ac:chgData name="Jhimlie Eustaquio" userId="056709674e28ecbe" providerId="LiveId" clId="{EE34A1E4-FB65-4281-8752-43B6C66EB902}" dt="2026-10-02T23:48:43.799" v="42"/>
          <ac:spMkLst>
            <pc:docMk/>
            <pc:sldMk cId="0" sldId="261"/>
            <ac:spMk id="97" creationId="{00000000-0000-0000-0000-000000000000}"/>
          </ac:spMkLst>
        </pc:spChg>
      </pc:sldChg>
      <pc:sldChg chg="modNotesTx">
        <pc:chgData name="Jhimlie Eustaquio" userId="056709674e28ecbe" providerId="LiveId" clId="{EE34A1E4-FB65-4281-8752-43B6C66EB902}" dt="2026-10-03T22:02:50.314" v="639" actId="20577"/>
        <pc:sldMkLst>
          <pc:docMk/>
          <pc:sldMk cId="0" sldId="263"/>
        </pc:sldMkLst>
      </pc:sldChg>
      <pc:sldChg chg="modSp mod modNotes modNotesTx">
        <pc:chgData name="Jhimlie Eustaquio" userId="056709674e28ecbe" providerId="LiveId" clId="{EE34A1E4-FB65-4281-8752-43B6C66EB902}" dt="2026-10-03T00:29:17.013" v="566" actId="20577"/>
        <pc:sldMkLst>
          <pc:docMk/>
          <pc:sldMk cId="0" sldId="264"/>
        </pc:sldMkLst>
        <pc:spChg chg="mod">
          <ac:chgData name="Jhimlie Eustaquio" userId="056709674e28ecbe" providerId="LiveId" clId="{EE34A1E4-FB65-4281-8752-43B6C66EB902}" dt="2026-10-03T00:03:10.720" v="203" actId="20577"/>
          <ac:spMkLst>
            <pc:docMk/>
            <pc:sldMk cId="0" sldId="264"/>
            <ac:spMk id="119" creationId="{00000000-0000-0000-0000-000000000000}"/>
          </ac:spMkLst>
        </pc:spChg>
      </pc:sldChg>
      <pc:sldChg chg="modSp mod">
        <pc:chgData name="Jhimlie Eustaquio" userId="056709674e28ecbe" providerId="LiveId" clId="{EE34A1E4-FB65-4281-8752-43B6C66EB902}" dt="2026-10-03T00:48:35.237" v="608" actId="20577"/>
        <pc:sldMkLst>
          <pc:docMk/>
          <pc:sldMk cId="0" sldId="265"/>
        </pc:sldMkLst>
        <pc:spChg chg="mod">
          <ac:chgData name="Jhimlie Eustaquio" userId="056709674e28ecbe" providerId="LiveId" clId="{EE34A1E4-FB65-4281-8752-43B6C66EB902}" dt="2026-10-03T00:48:35.237" v="608" actId="20577"/>
          <ac:spMkLst>
            <pc:docMk/>
            <pc:sldMk cId="0" sldId="265"/>
            <ac:spMk id="126" creationId="{00000000-0000-0000-0000-000000000000}"/>
          </ac:spMkLst>
        </pc:spChg>
        <pc:spChg chg="mod">
          <ac:chgData name="Jhimlie Eustaquio" userId="056709674e28ecbe" providerId="LiveId" clId="{EE34A1E4-FB65-4281-8752-43B6C66EB902}" dt="2026-10-03T00:21:08.932" v="554" actId="20577"/>
          <ac:spMkLst>
            <pc:docMk/>
            <pc:sldMk cId="0" sldId="265"/>
            <ac:spMk id="127" creationId="{00000000-0000-0000-0000-000000000000}"/>
          </ac:spMkLst>
        </pc:spChg>
      </pc:sldChg>
      <pc:sldChg chg="modSp mod">
        <pc:chgData name="Jhimlie Eustaquio" userId="056709674e28ecbe" providerId="LiveId" clId="{EE34A1E4-FB65-4281-8752-43B6C66EB902}" dt="2026-10-03T21:25:52.523" v="627" actId="20577"/>
        <pc:sldMkLst>
          <pc:docMk/>
          <pc:sldMk cId="0" sldId="266"/>
        </pc:sldMkLst>
        <pc:spChg chg="mod">
          <ac:chgData name="Jhimlie Eustaquio" userId="056709674e28ecbe" providerId="LiveId" clId="{EE34A1E4-FB65-4281-8752-43B6C66EB902}" dt="2026-10-03T21:25:52.523" v="627" actId="20577"/>
          <ac:spMkLst>
            <pc:docMk/>
            <pc:sldMk cId="0" sldId="266"/>
            <ac:spMk id="133" creationId="{00000000-0000-0000-0000-000000000000}"/>
          </ac:spMkLst>
        </pc:spChg>
      </pc:sldChg>
      <pc:sldChg chg="modSp mod">
        <pc:chgData name="Jhimlie Eustaquio" userId="056709674e28ecbe" providerId="LiveId" clId="{EE34A1E4-FB65-4281-8752-43B6C66EB902}" dt="2026-10-03T21:38:57.893" v="630" actId="20577"/>
        <pc:sldMkLst>
          <pc:docMk/>
          <pc:sldMk cId="0" sldId="267"/>
        </pc:sldMkLst>
        <pc:spChg chg="mod">
          <ac:chgData name="Jhimlie Eustaquio" userId="056709674e28ecbe" providerId="LiveId" clId="{EE34A1E4-FB65-4281-8752-43B6C66EB902}" dt="2026-10-03T21:38:57.893" v="630" actId="20577"/>
          <ac:spMkLst>
            <pc:docMk/>
            <pc:sldMk cId="0" sldId="267"/>
            <ac:spMk id="142" creationId="{00000000-0000-0000-0000-000000000000}"/>
          </ac:spMkLst>
        </pc:spChg>
        <pc:spChg chg="mod">
          <ac:chgData name="Jhimlie Eustaquio" userId="056709674e28ecbe" providerId="LiveId" clId="{EE34A1E4-FB65-4281-8752-43B6C66EB902}" dt="2026-10-03T21:37:08.652" v="629" actId="20577"/>
          <ac:spMkLst>
            <pc:docMk/>
            <pc:sldMk cId="0" sldId="267"/>
            <ac:spMk id="14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1" name="Google Shape;61;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
        <p:cNvGrpSpPr/>
        <p:nvPr/>
      </p:nvGrpSpPr>
      <p:grpSpPr>
        <a:xfrm>
          <a:off x="0" y="0"/>
          <a:ext cx="0" cy="0"/>
          <a:chOff x="0" y="0"/>
          <a:chExt cx="0" cy="0"/>
        </a:xfrm>
      </p:grpSpPr>
      <p:sp>
        <p:nvSpPr>
          <p:cNvPr id="66" name="Google Shape;66;g5ad3a4879e_2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 name="Google Shape;67;g5ad3a4879e_2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4c141908b7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4c141908b7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80fb9f6395_4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80fb9f6395_4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81620d828e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81620d828e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81620d828e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81620d828e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g81620d828e_0_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 name="Google Shape;102;g81620d828e_0_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p:cNvGrpSpPr/>
        <p:nvPr/>
      </p:nvGrpSpPr>
      <p:grpSpPr>
        <a:xfrm>
          <a:off x="0" y="0"/>
          <a:ext cx="0" cy="0"/>
          <a:chOff x="0" y="0"/>
          <a:chExt cx="0" cy="0"/>
        </a:xfrm>
      </p:grpSpPr>
      <p:sp>
        <p:nvSpPr>
          <p:cNvPr id="108" name="Google Shape;108;g81620d828e_0_1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 name="Google Shape;109;g81620d828e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Let’s say you have a gaming app:</a:t>
            </a:r>
          </a:p>
          <a:p>
            <a:pPr marL="0" lvl="0" indent="0" algn="l" rtl="0">
              <a:spcBef>
                <a:spcPts val="0"/>
              </a:spcBef>
              <a:spcAft>
                <a:spcPts val="0"/>
              </a:spcAft>
              <a:buNone/>
            </a:pPr>
            <a:r>
              <a:rPr lang="en-US" dirty="0" err="1"/>
              <a:t>inputValue</a:t>
            </a:r>
            <a:r>
              <a:rPr lang="en-US" dirty="0"/>
              <a:t> can be </a:t>
            </a:r>
            <a:r>
              <a:rPr lang="en-US" dirty="0" err="1"/>
              <a:t>playerName</a:t>
            </a:r>
            <a:endParaRPr lang="en-US" dirty="0"/>
          </a:p>
          <a:p>
            <a:pPr marL="0" lvl="0" indent="0" algn="l" rtl="0">
              <a:spcBef>
                <a:spcPts val="0"/>
              </a:spcBef>
              <a:spcAft>
                <a:spcPts val="0"/>
              </a:spcAft>
              <a:buNone/>
            </a:pPr>
            <a:r>
              <a:rPr lang="en-US" dirty="0" err="1"/>
              <a:t>setInputValue</a:t>
            </a:r>
            <a:r>
              <a:rPr lang="en-US" dirty="0"/>
              <a:t> can be the function </a:t>
            </a:r>
            <a:r>
              <a:rPr lang="en-US" dirty="0" err="1"/>
              <a:t>setPlayerName</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Rules of Hooks: </a:t>
            </a:r>
          </a:p>
          <a:p>
            <a:pPr marL="228600" lvl="0" indent="-228600" algn="l" rtl="0">
              <a:spcBef>
                <a:spcPts val="0"/>
              </a:spcBef>
              <a:spcAft>
                <a:spcPts val="0"/>
              </a:spcAft>
              <a:buAutoNum type="arabicPeriod"/>
            </a:pPr>
            <a:r>
              <a:rPr lang="en-US" dirty="0"/>
              <a:t>Only call Hooks inside of Component Functions.</a:t>
            </a:r>
          </a:p>
          <a:p>
            <a:pPr marL="228600" lvl="0" indent="-228600" algn="l" rtl="0">
              <a:spcBef>
                <a:spcPts val="0"/>
              </a:spcBef>
              <a:spcAft>
                <a:spcPts val="0"/>
              </a:spcAft>
              <a:buAutoNum type="arabicPeriod"/>
            </a:pPr>
            <a:r>
              <a:rPr lang="en-US" dirty="0"/>
              <a:t>Only call Hooks on the top level of the function.</a:t>
            </a:r>
          </a:p>
          <a:p>
            <a:pPr marL="228600" lvl="0" indent="-228600" algn="l" rtl="0">
              <a:spcBef>
                <a:spcPts val="0"/>
              </a:spcBef>
              <a:spcAft>
                <a:spcPts val="0"/>
              </a:spcAft>
              <a:buAutoNum type="arabicPeriod"/>
            </a:pPr>
            <a:endParaRPr lang="en-US" dirty="0"/>
          </a:p>
          <a:p>
            <a:pPr marL="0" lvl="0" indent="0" algn="l" rtl="0">
              <a:spcBef>
                <a:spcPts val="0"/>
              </a:spcBef>
              <a:spcAft>
                <a:spcPts val="0"/>
              </a:spcAft>
              <a:buNone/>
            </a:pPr>
            <a:r>
              <a:rPr lang="en-CA"/>
              <a:t>Read: https://react.dev/reference/rules/rules-of-hooks</a:t>
            </a: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8186affffb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 name="Google Shape;116;g8186affffb_0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Note that when we build apps locally, we need to import </a:t>
            </a:r>
            <a:r>
              <a:rPr lang="en-US" dirty="0" err="1"/>
              <a:t>useState</a:t>
            </a:r>
            <a:r>
              <a:rPr lang="en-US" dirty="0"/>
              <a:t> from React like this: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endParaRPr lang="en-CA" sz="1100" b="0" i="0" u="none" strike="noStrike" cap="none" dirty="0">
              <a:solidFill>
                <a:srgbClr val="000000"/>
              </a:solidFill>
              <a:effectLst/>
              <a:latin typeface="Arial"/>
              <a:ea typeface="Arial"/>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CA" sz="1100" b="0" i="0" u="none" strike="noStrike" cap="none" dirty="0">
                <a:solidFill>
                  <a:srgbClr val="000000"/>
                </a:solidFill>
                <a:effectLst/>
                <a:latin typeface="Arial"/>
                <a:ea typeface="Arial"/>
                <a:cs typeface="Arial"/>
                <a:sym typeface="Arial"/>
              </a:rPr>
              <a:t>import { </a:t>
            </a:r>
            <a:r>
              <a:rPr lang="en-CA" sz="1100" b="0" i="0" u="none" strike="noStrike" cap="none" dirty="0" err="1">
                <a:solidFill>
                  <a:srgbClr val="000000"/>
                </a:solidFill>
                <a:effectLst/>
                <a:latin typeface="Arial"/>
                <a:ea typeface="Arial"/>
                <a:cs typeface="Arial"/>
                <a:sym typeface="Arial"/>
              </a:rPr>
              <a:t>useState</a:t>
            </a:r>
            <a:r>
              <a:rPr lang="en-CA" sz="1100" b="0" i="0" u="none" strike="noStrike" cap="none" dirty="0">
                <a:solidFill>
                  <a:srgbClr val="000000"/>
                </a:solidFill>
                <a:effectLst/>
                <a:latin typeface="Arial"/>
                <a:ea typeface="Arial"/>
                <a:cs typeface="Arial"/>
                <a:sym typeface="Arial"/>
              </a:rPr>
              <a:t> } from ‘react';</a:t>
            </a:r>
          </a:p>
          <a:p>
            <a:pPr marL="0" lvl="0" indent="0" algn="l" rtl="0">
              <a:spcBef>
                <a:spcPts val="0"/>
              </a:spcBef>
              <a:spcAft>
                <a:spcPts val="0"/>
              </a:spcAft>
              <a:buNone/>
            </a:pPr>
            <a:endParaRPr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8186affffb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8186affffb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15737a5a0f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15737a5a0f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15737a5a0f9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15737a5a0f9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7bc0a4b21a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7bc0a4b21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7b7fcc6223_3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 name="Google Shape;153;g7b7fcc6223_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p:nvPr/>
        </p:nvSpPr>
        <p:spPr>
          <a:xfrm>
            <a:off x="1524800" y="672606"/>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accent5"/>
            </a:solidFill>
            <a:prstDash val="solid"/>
            <a:miter lim="8000"/>
            <a:headEnd type="none" w="sm" len="sm"/>
            <a:tailEnd type="none" w="sm" len="sm"/>
          </a:ln>
        </p:spPr>
      </p:sp>
      <p:sp>
        <p:nvSpPr>
          <p:cNvPr id="11" name="Google Shape;11;p2"/>
          <p:cNvSpPr/>
          <p:nvPr/>
        </p:nvSpPr>
        <p:spPr>
          <a:xfrm rot="10800000">
            <a:off x="6537563" y="3342925"/>
            <a:ext cx="1081625" cy="1124950"/>
          </a:xfrm>
          <a:custGeom>
            <a:avLst/>
            <a:gdLst/>
            <a:ahLst/>
            <a:cxnLst/>
            <a:rect l="l" t="t" r="r" b="b"/>
            <a:pathLst>
              <a:path w="43265" h="44998" extrusionOk="0">
                <a:moveTo>
                  <a:pt x="0" y="44998"/>
                </a:moveTo>
                <a:lnTo>
                  <a:pt x="0" y="0"/>
                </a:lnTo>
                <a:lnTo>
                  <a:pt x="43265" y="0"/>
                </a:lnTo>
              </a:path>
            </a:pathLst>
          </a:custGeom>
          <a:noFill/>
          <a:ln w="28575" cap="flat" cmpd="sng">
            <a:solidFill>
              <a:schemeClr val="accent5"/>
            </a:solidFill>
            <a:prstDash val="solid"/>
            <a:miter lim="8000"/>
            <a:headEnd type="none" w="sm" len="sm"/>
            <a:tailEnd type="none" w="sm" len="sm"/>
          </a:ln>
        </p:spPr>
      </p:sp>
      <p:cxnSp>
        <p:nvCxnSpPr>
          <p:cNvPr id="12" name="Google Shape;12;p2"/>
          <p:cNvCxnSpPr/>
          <p:nvPr/>
        </p:nvCxnSpPr>
        <p:spPr>
          <a:xfrm>
            <a:off x="4359602" y="2817464"/>
            <a:ext cx="424800" cy="0"/>
          </a:xfrm>
          <a:prstGeom prst="straightConnector1">
            <a:avLst/>
          </a:prstGeom>
          <a:noFill/>
          <a:ln w="38100" cap="flat" cmpd="sng">
            <a:solidFill>
              <a:schemeClr val="accent4"/>
            </a:solidFill>
            <a:prstDash val="solid"/>
            <a:round/>
            <a:headEnd type="none" w="sm" len="sm"/>
            <a:tailEnd type="none" w="sm" len="sm"/>
          </a:ln>
        </p:spPr>
      </p:cxnSp>
      <p:sp>
        <p:nvSpPr>
          <p:cNvPr id="13" name="Google Shape;13;p2"/>
          <p:cNvSpPr txBox="1">
            <a:spLocks noGrp="1"/>
          </p:cNvSpPr>
          <p:nvPr>
            <p:ph type="ctrTitle"/>
          </p:nvPr>
        </p:nvSpPr>
        <p:spPr>
          <a:xfrm>
            <a:off x="1680302" y="1188925"/>
            <a:ext cx="5783400" cy="1457400"/>
          </a:xfrm>
          <a:prstGeom prst="rect">
            <a:avLst/>
          </a:prstGeom>
        </p:spPr>
        <p:txBody>
          <a:bodyPr spcFirstLastPara="1" wrap="square" lIns="91425" tIns="91425" rIns="91425" bIns="91425" anchor="b" anchorCtr="0">
            <a:noAutofit/>
          </a:bodyPr>
          <a:lstStyle>
            <a:lvl1pPr lvl="0" algn="ctr">
              <a:spcBef>
                <a:spcPts val="0"/>
              </a:spcBef>
              <a:spcAft>
                <a:spcPts val="0"/>
              </a:spcAft>
              <a:buSzPts val="4000"/>
              <a:buNone/>
              <a:defRPr sz="4000"/>
            </a:lvl1pPr>
            <a:lvl2pPr lvl="1" algn="ctr">
              <a:spcBef>
                <a:spcPts val="0"/>
              </a:spcBef>
              <a:spcAft>
                <a:spcPts val="0"/>
              </a:spcAft>
              <a:buSzPts val="4000"/>
              <a:buNone/>
              <a:defRPr sz="4000"/>
            </a:lvl2pPr>
            <a:lvl3pPr lvl="2" algn="ctr">
              <a:spcBef>
                <a:spcPts val="0"/>
              </a:spcBef>
              <a:spcAft>
                <a:spcPts val="0"/>
              </a:spcAft>
              <a:buSzPts val="4000"/>
              <a:buNone/>
              <a:defRPr sz="4000"/>
            </a:lvl3pPr>
            <a:lvl4pPr lvl="3" algn="ctr">
              <a:spcBef>
                <a:spcPts val="0"/>
              </a:spcBef>
              <a:spcAft>
                <a:spcPts val="0"/>
              </a:spcAft>
              <a:buSzPts val="4000"/>
              <a:buNone/>
              <a:defRPr sz="4000"/>
            </a:lvl4pPr>
            <a:lvl5pPr lvl="4" algn="ctr">
              <a:spcBef>
                <a:spcPts val="0"/>
              </a:spcBef>
              <a:spcAft>
                <a:spcPts val="0"/>
              </a:spcAft>
              <a:buSzPts val="4000"/>
              <a:buNone/>
              <a:defRPr sz="4000"/>
            </a:lvl5pPr>
            <a:lvl6pPr lvl="5" algn="ctr">
              <a:spcBef>
                <a:spcPts val="0"/>
              </a:spcBef>
              <a:spcAft>
                <a:spcPts val="0"/>
              </a:spcAft>
              <a:buSzPts val="4000"/>
              <a:buNone/>
              <a:defRPr sz="4000"/>
            </a:lvl6pPr>
            <a:lvl7pPr lvl="6" algn="ctr">
              <a:spcBef>
                <a:spcPts val="0"/>
              </a:spcBef>
              <a:spcAft>
                <a:spcPts val="0"/>
              </a:spcAft>
              <a:buSzPts val="4000"/>
              <a:buNone/>
              <a:defRPr sz="4000"/>
            </a:lvl7pPr>
            <a:lvl8pPr lvl="7" algn="ctr">
              <a:spcBef>
                <a:spcPts val="0"/>
              </a:spcBef>
              <a:spcAft>
                <a:spcPts val="0"/>
              </a:spcAft>
              <a:buSzPts val="4000"/>
              <a:buNone/>
              <a:defRPr sz="4000"/>
            </a:lvl8pPr>
            <a:lvl9pPr lvl="8" algn="ctr">
              <a:spcBef>
                <a:spcPts val="0"/>
              </a:spcBef>
              <a:spcAft>
                <a:spcPts val="0"/>
              </a:spcAft>
              <a:buSzPts val="4000"/>
              <a:buNone/>
              <a:defRPr sz="4000"/>
            </a:lvl9pPr>
          </a:lstStyle>
          <a:p>
            <a:endParaRPr/>
          </a:p>
        </p:txBody>
      </p:sp>
      <p:sp>
        <p:nvSpPr>
          <p:cNvPr id="14" name="Google Shape;14;p2"/>
          <p:cNvSpPr txBox="1">
            <a:spLocks noGrp="1"/>
          </p:cNvSpPr>
          <p:nvPr>
            <p:ph type="subTitle" idx="1"/>
          </p:nvPr>
        </p:nvSpPr>
        <p:spPr>
          <a:xfrm>
            <a:off x="1680302" y="3049450"/>
            <a:ext cx="5783400" cy="9090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1pPr>
            <a:lvl2pPr lvl="1"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2pPr>
            <a:lvl3pPr lvl="2"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3pPr>
            <a:lvl4pPr lvl="3"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4pPr>
            <a:lvl5pPr lvl="4"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5pPr>
            <a:lvl6pPr lvl="5"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6pPr>
            <a:lvl7pPr lvl="6"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7pPr>
            <a:lvl8pPr lvl="7"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8pPr>
            <a:lvl9pPr lvl="8" algn="ctr">
              <a:lnSpc>
                <a:spcPct val="100000"/>
              </a:lnSpc>
              <a:spcBef>
                <a:spcPts val="0"/>
              </a:spcBef>
              <a:spcAft>
                <a:spcPts val="0"/>
              </a:spcAft>
              <a:buClr>
                <a:schemeClr val="accent5"/>
              </a:buClr>
              <a:buSzPts val="2400"/>
              <a:buFont typeface="Roboto Slab"/>
              <a:buNone/>
              <a:defRPr sz="2400">
                <a:solidFill>
                  <a:schemeClr val="accent5"/>
                </a:solidFill>
                <a:latin typeface="Roboto Slab"/>
                <a:ea typeface="Roboto Slab"/>
                <a:cs typeface="Roboto Slab"/>
                <a:sym typeface="Roboto Slab"/>
              </a:defRPr>
            </a:lvl9pPr>
          </a:lstStyle>
          <a:p>
            <a:endParaRPr/>
          </a:p>
        </p:txBody>
      </p:sp>
      <p:sp>
        <p:nvSpPr>
          <p:cNvPr id="15" name="Google Shape;15;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6"/>
        <p:cNvGrpSpPr/>
        <p:nvPr/>
      </p:nvGrpSpPr>
      <p:grpSpPr>
        <a:xfrm>
          <a:off x="0" y="0"/>
          <a:ext cx="0" cy="0"/>
          <a:chOff x="0" y="0"/>
          <a:chExt cx="0" cy="0"/>
        </a:xfrm>
      </p:grpSpPr>
      <p:cxnSp>
        <p:nvCxnSpPr>
          <p:cNvPr id="17" name="Google Shape;17;p3"/>
          <p:cNvCxnSpPr/>
          <p:nvPr/>
        </p:nvCxnSpPr>
        <p:spPr>
          <a:xfrm>
            <a:off x="4359602" y="2817464"/>
            <a:ext cx="424800" cy="0"/>
          </a:xfrm>
          <a:prstGeom prst="straightConnector1">
            <a:avLst/>
          </a:prstGeom>
          <a:noFill/>
          <a:ln w="38100" cap="flat" cmpd="sng">
            <a:solidFill>
              <a:schemeClr val="accent4"/>
            </a:solidFill>
            <a:prstDash val="solid"/>
            <a:round/>
            <a:headEnd type="none" w="sm" len="sm"/>
            <a:tailEnd type="none" w="sm" len="sm"/>
          </a:ln>
        </p:spPr>
      </p:cxnSp>
      <p:sp>
        <p:nvSpPr>
          <p:cNvPr id="18" name="Google Shape;18;p3"/>
          <p:cNvSpPr txBox="1">
            <a:spLocks noGrp="1"/>
          </p:cNvSpPr>
          <p:nvPr>
            <p:ph type="title"/>
          </p:nvPr>
        </p:nvSpPr>
        <p:spPr>
          <a:xfrm>
            <a:off x="480750" y="1764950"/>
            <a:ext cx="8222100" cy="907500"/>
          </a:xfrm>
          <a:prstGeom prst="rect">
            <a:avLst/>
          </a:prstGeom>
        </p:spPr>
        <p:txBody>
          <a:bodyPr spcFirstLastPara="1" wrap="square" lIns="91425" tIns="91425" rIns="91425" bIns="91425" anchor="b" anchorCtr="0">
            <a:noAutofit/>
          </a:bodyPr>
          <a:lstStyle>
            <a:lvl1pPr lvl="0" algn="ctr">
              <a:spcBef>
                <a:spcPts val="0"/>
              </a:spcBef>
              <a:spcAft>
                <a:spcPts val="0"/>
              </a:spcAft>
              <a:buSzPts val="4800"/>
              <a:buNone/>
              <a:defRPr sz="4800"/>
            </a:lvl1pPr>
            <a:lvl2pPr lvl="1" algn="ctr">
              <a:spcBef>
                <a:spcPts val="0"/>
              </a:spcBef>
              <a:spcAft>
                <a:spcPts val="0"/>
              </a:spcAft>
              <a:buSzPts val="4800"/>
              <a:buNone/>
              <a:defRPr sz="4800"/>
            </a:lvl2pPr>
            <a:lvl3pPr lvl="2" algn="ctr">
              <a:spcBef>
                <a:spcPts val="0"/>
              </a:spcBef>
              <a:spcAft>
                <a:spcPts val="0"/>
              </a:spcAft>
              <a:buSzPts val="4800"/>
              <a:buNone/>
              <a:defRPr sz="4800"/>
            </a:lvl3pPr>
            <a:lvl4pPr lvl="3" algn="ctr">
              <a:spcBef>
                <a:spcPts val="0"/>
              </a:spcBef>
              <a:spcAft>
                <a:spcPts val="0"/>
              </a:spcAft>
              <a:buSzPts val="4800"/>
              <a:buNone/>
              <a:defRPr sz="4800"/>
            </a:lvl4pPr>
            <a:lvl5pPr lvl="4" algn="ctr">
              <a:spcBef>
                <a:spcPts val="0"/>
              </a:spcBef>
              <a:spcAft>
                <a:spcPts val="0"/>
              </a:spcAft>
              <a:buSzPts val="4800"/>
              <a:buNone/>
              <a:defRPr sz="4800"/>
            </a:lvl5pPr>
            <a:lvl6pPr lvl="5" algn="ctr">
              <a:spcBef>
                <a:spcPts val="0"/>
              </a:spcBef>
              <a:spcAft>
                <a:spcPts val="0"/>
              </a:spcAft>
              <a:buSzPts val="4800"/>
              <a:buNone/>
              <a:defRPr sz="4800"/>
            </a:lvl6pPr>
            <a:lvl7pPr lvl="6" algn="ctr">
              <a:spcBef>
                <a:spcPts val="0"/>
              </a:spcBef>
              <a:spcAft>
                <a:spcPts val="0"/>
              </a:spcAft>
              <a:buSzPts val="4800"/>
              <a:buNone/>
              <a:defRPr sz="4800"/>
            </a:lvl7pPr>
            <a:lvl8pPr lvl="7" algn="ctr">
              <a:spcBef>
                <a:spcPts val="0"/>
              </a:spcBef>
              <a:spcAft>
                <a:spcPts val="0"/>
              </a:spcAft>
              <a:buSzPts val="4800"/>
              <a:buNone/>
              <a:defRPr sz="4800"/>
            </a:lvl8pPr>
            <a:lvl9pPr lvl="8" algn="ctr">
              <a:spcBef>
                <a:spcPts val="0"/>
              </a:spcBef>
              <a:spcAft>
                <a:spcPts val="0"/>
              </a:spcAft>
              <a:buSzPts val="4800"/>
              <a:buNone/>
              <a:defRPr sz="4800"/>
            </a:lvl9pPr>
          </a:lstStyle>
          <a:p>
            <a:endParaRPr/>
          </a:p>
        </p:txBody>
      </p:sp>
      <p:sp>
        <p:nvSpPr>
          <p:cNvPr id="19" name="Google Shape;19;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cxnSp>
        <p:nvCxnSpPr>
          <p:cNvPr id="21" name="Google Shape;21;p4"/>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22" name="Google Shape;22;p4"/>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3" name="Google Shape;23;p4"/>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cxnSp>
        <p:nvCxnSpPr>
          <p:cNvPr id="26" name="Google Shape;26;p5"/>
          <p:cNvCxnSpPr/>
          <p:nvPr/>
        </p:nvCxnSpPr>
        <p:spPr>
          <a:xfrm>
            <a:off x="492563" y="1260284"/>
            <a:ext cx="424800" cy="0"/>
          </a:xfrm>
          <a:prstGeom prst="straightConnector1">
            <a:avLst/>
          </a:prstGeom>
          <a:noFill/>
          <a:ln w="38100" cap="flat" cmpd="sng">
            <a:solidFill>
              <a:schemeClr val="accent4"/>
            </a:solidFill>
            <a:prstDash val="solid"/>
            <a:round/>
            <a:headEnd type="none" w="sm" len="sm"/>
            <a:tailEnd type="none" w="sm" len="sm"/>
          </a:ln>
        </p:spPr>
      </p:cxnSp>
      <p:sp>
        <p:nvSpPr>
          <p:cNvPr id="27" name="Google Shape;27;p5"/>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28" name="Google Shape;28;p5"/>
          <p:cNvSpPr txBox="1">
            <a:spLocks noGrp="1"/>
          </p:cNvSpPr>
          <p:nvPr>
            <p:ph type="body" idx="1"/>
          </p:nvPr>
        </p:nvSpPr>
        <p:spPr>
          <a:xfrm>
            <a:off x="387900" y="1489825"/>
            <a:ext cx="3999900" cy="3078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body" idx="2"/>
          </p:nvPr>
        </p:nvSpPr>
        <p:spPr>
          <a:xfrm>
            <a:off x="4756200" y="1489825"/>
            <a:ext cx="3999900" cy="30789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0" name="Google Shape;30;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1"/>
        <p:cNvGrpSpPr/>
        <p:nvPr/>
      </p:nvGrpSpPr>
      <p:grpSpPr>
        <a:xfrm>
          <a:off x="0" y="0"/>
          <a:ext cx="0" cy="0"/>
          <a:chOff x="0" y="0"/>
          <a:chExt cx="0" cy="0"/>
        </a:xfrm>
      </p:grpSpPr>
      <p:sp>
        <p:nvSpPr>
          <p:cNvPr id="32" name="Google Shape;32;p6"/>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a:endParaRPr/>
          </a:p>
        </p:txBody>
      </p:sp>
      <p:sp>
        <p:nvSpPr>
          <p:cNvPr id="33" name="Google Shape;33;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
        <p:cNvGrpSpPr/>
        <p:nvPr/>
      </p:nvGrpSpPr>
      <p:grpSpPr>
        <a:xfrm>
          <a:off x="0" y="0"/>
          <a:ext cx="0" cy="0"/>
          <a:chOff x="0" y="0"/>
          <a:chExt cx="0" cy="0"/>
        </a:xfrm>
      </p:grpSpPr>
      <p:cxnSp>
        <p:nvCxnSpPr>
          <p:cNvPr id="35" name="Google Shape;35;p7"/>
          <p:cNvCxnSpPr/>
          <p:nvPr/>
        </p:nvCxnSpPr>
        <p:spPr>
          <a:xfrm>
            <a:off x="489218" y="1412277"/>
            <a:ext cx="331500" cy="0"/>
          </a:xfrm>
          <a:prstGeom prst="straightConnector1">
            <a:avLst/>
          </a:prstGeom>
          <a:noFill/>
          <a:ln w="38100" cap="flat" cmpd="sng">
            <a:solidFill>
              <a:schemeClr val="accent4"/>
            </a:solidFill>
            <a:prstDash val="solid"/>
            <a:round/>
            <a:headEnd type="none" w="sm" len="sm"/>
            <a:tailEnd type="none" w="sm" len="sm"/>
          </a:ln>
        </p:spPr>
      </p:cxnSp>
      <p:sp>
        <p:nvSpPr>
          <p:cNvPr id="36" name="Google Shape;36;p7"/>
          <p:cNvSpPr txBox="1">
            <a:spLocks noGrp="1"/>
          </p:cNvSpPr>
          <p:nvPr>
            <p:ph type="title"/>
          </p:nvPr>
        </p:nvSpPr>
        <p:spPr>
          <a:xfrm>
            <a:off x="3879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7" name="Google Shape;37;p7"/>
          <p:cNvSpPr txBox="1">
            <a:spLocks noGrp="1"/>
          </p:cNvSpPr>
          <p:nvPr>
            <p:ph type="body" idx="1"/>
          </p:nvPr>
        </p:nvSpPr>
        <p:spPr>
          <a:xfrm>
            <a:off x="387900" y="1594025"/>
            <a:ext cx="2808000" cy="26811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8" name="Google Shape;38;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9"/>
        <p:cNvGrpSpPr/>
        <p:nvPr/>
      </p:nvGrpSpPr>
      <p:grpSpPr>
        <a:xfrm>
          <a:off x="0" y="0"/>
          <a:ext cx="0" cy="0"/>
          <a:chOff x="0" y="0"/>
          <a:chExt cx="0" cy="0"/>
        </a:xfrm>
      </p:grpSpPr>
      <p:sp>
        <p:nvSpPr>
          <p:cNvPr id="40" name="Google Shape;40;p8"/>
          <p:cNvSpPr txBox="1">
            <a:spLocks noGrp="1"/>
          </p:cNvSpPr>
          <p:nvPr>
            <p:ph type="title"/>
          </p:nvPr>
        </p:nvSpPr>
        <p:spPr>
          <a:xfrm>
            <a:off x="490250" y="526350"/>
            <a:ext cx="56187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1" name="Google Shape;41;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2"/>
        <p:cNvGrpSpPr/>
        <p:nvPr/>
      </p:nvGrpSpPr>
      <p:grpSpPr>
        <a:xfrm>
          <a:off x="0" y="0"/>
          <a:ext cx="0" cy="0"/>
          <a:chOff x="0" y="0"/>
          <a:chExt cx="0" cy="0"/>
        </a:xfrm>
      </p:grpSpPr>
      <p:sp>
        <p:nvSpPr>
          <p:cNvPr id="43" name="Google Shape;43;p9"/>
          <p:cNvSpPr/>
          <p:nvPr/>
        </p:nvSpPr>
        <p:spPr>
          <a:xfrm>
            <a:off x="4572000" y="-75"/>
            <a:ext cx="45720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4" name="Google Shape;44;p9"/>
          <p:cNvCxnSpPr/>
          <p:nvPr/>
        </p:nvCxnSpPr>
        <p:spPr>
          <a:xfrm>
            <a:off x="5029675" y="4495503"/>
            <a:ext cx="540900" cy="0"/>
          </a:xfrm>
          <a:prstGeom prst="straightConnector1">
            <a:avLst/>
          </a:prstGeom>
          <a:noFill/>
          <a:ln w="38100" cap="flat" cmpd="sng">
            <a:solidFill>
              <a:schemeClr val="accent5"/>
            </a:solidFill>
            <a:prstDash val="solid"/>
            <a:round/>
            <a:headEnd type="none" w="sm" len="sm"/>
            <a:tailEnd type="none" w="sm" len="sm"/>
          </a:ln>
        </p:spPr>
      </p:cxnSp>
      <p:sp>
        <p:nvSpPr>
          <p:cNvPr id="45" name="Google Shape;45;p9"/>
          <p:cNvSpPr txBox="1">
            <a:spLocks noGrp="1"/>
          </p:cNvSpPr>
          <p:nvPr>
            <p:ph type="title"/>
          </p:nvPr>
        </p:nvSpPr>
        <p:spPr>
          <a:xfrm>
            <a:off x="265500" y="1209075"/>
            <a:ext cx="4045200" cy="1506300"/>
          </a:xfrm>
          <a:prstGeom prst="rect">
            <a:avLst/>
          </a:prstGeom>
        </p:spPr>
        <p:txBody>
          <a:bodyPr spcFirstLastPara="1" wrap="square" lIns="91425" tIns="91425" rIns="91425" bIns="91425" anchor="b" anchorCtr="0">
            <a:noAutofit/>
          </a:bodyPr>
          <a:lstStyle>
            <a:lvl1pPr lvl="0" algn="ctr">
              <a:spcBef>
                <a:spcPts val="0"/>
              </a:spcBef>
              <a:spcAft>
                <a:spcPts val="0"/>
              </a:spcAft>
              <a:buSzPts val="3800"/>
              <a:buNone/>
              <a:defRPr sz="3800"/>
            </a:lvl1pPr>
            <a:lvl2pPr lvl="1" algn="ctr">
              <a:spcBef>
                <a:spcPts val="0"/>
              </a:spcBef>
              <a:spcAft>
                <a:spcPts val="0"/>
              </a:spcAft>
              <a:buSzPts val="3800"/>
              <a:buNone/>
              <a:defRPr sz="3800"/>
            </a:lvl2pPr>
            <a:lvl3pPr lvl="2" algn="ctr">
              <a:spcBef>
                <a:spcPts val="0"/>
              </a:spcBef>
              <a:spcAft>
                <a:spcPts val="0"/>
              </a:spcAft>
              <a:buSzPts val="3800"/>
              <a:buNone/>
              <a:defRPr sz="3800"/>
            </a:lvl3pPr>
            <a:lvl4pPr lvl="3" algn="ctr">
              <a:spcBef>
                <a:spcPts val="0"/>
              </a:spcBef>
              <a:spcAft>
                <a:spcPts val="0"/>
              </a:spcAft>
              <a:buSzPts val="3800"/>
              <a:buNone/>
              <a:defRPr sz="3800"/>
            </a:lvl4pPr>
            <a:lvl5pPr lvl="4" algn="ctr">
              <a:spcBef>
                <a:spcPts val="0"/>
              </a:spcBef>
              <a:spcAft>
                <a:spcPts val="0"/>
              </a:spcAft>
              <a:buSzPts val="3800"/>
              <a:buNone/>
              <a:defRPr sz="3800"/>
            </a:lvl5pPr>
            <a:lvl6pPr lvl="5" algn="ctr">
              <a:spcBef>
                <a:spcPts val="0"/>
              </a:spcBef>
              <a:spcAft>
                <a:spcPts val="0"/>
              </a:spcAft>
              <a:buSzPts val="3800"/>
              <a:buNone/>
              <a:defRPr sz="3800"/>
            </a:lvl6pPr>
            <a:lvl7pPr lvl="6" algn="ctr">
              <a:spcBef>
                <a:spcPts val="0"/>
              </a:spcBef>
              <a:spcAft>
                <a:spcPts val="0"/>
              </a:spcAft>
              <a:buSzPts val="3800"/>
              <a:buNone/>
              <a:defRPr sz="3800"/>
            </a:lvl7pPr>
            <a:lvl8pPr lvl="7" algn="ctr">
              <a:spcBef>
                <a:spcPts val="0"/>
              </a:spcBef>
              <a:spcAft>
                <a:spcPts val="0"/>
              </a:spcAft>
              <a:buSzPts val="3800"/>
              <a:buNone/>
              <a:defRPr sz="3800"/>
            </a:lvl8pPr>
            <a:lvl9pPr lvl="8" algn="ctr">
              <a:spcBef>
                <a:spcPts val="0"/>
              </a:spcBef>
              <a:spcAft>
                <a:spcPts val="0"/>
              </a:spcAft>
              <a:buSzPts val="3800"/>
              <a:buNone/>
              <a:defRPr sz="3800"/>
            </a:lvl9pPr>
          </a:lstStyle>
          <a:p>
            <a:endParaRPr/>
          </a:p>
        </p:txBody>
      </p:sp>
      <p:sp>
        <p:nvSpPr>
          <p:cNvPr id="46" name="Google Shape;46;p9"/>
          <p:cNvSpPr txBox="1">
            <a:spLocks noGrp="1"/>
          </p:cNvSpPr>
          <p:nvPr>
            <p:ph type="subTitle" idx="1"/>
          </p:nvPr>
        </p:nvSpPr>
        <p:spPr>
          <a:xfrm>
            <a:off x="265500" y="2769001"/>
            <a:ext cx="4045200" cy="1345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Clr>
                <a:schemeClr val="accent5"/>
              </a:buClr>
              <a:buSzPts val="2100"/>
              <a:buNone/>
              <a:defRPr sz="2100">
                <a:solidFill>
                  <a:schemeClr val="accent5"/>
                </a:solidFill>
              </a:defRPr>
            </a:lvl1pPr>
            <a:lvl2pPr lvl="1" algn="ctr">
              <a:lnSpc>
                <a:spcPct val="100000"/>
              </a:lnSpc>
              <a:spcBef>
                <a:spcPts val="0"/>
              </a:spcBef>
              <a:spcAft>
                <a:spcPts val="0"/>
              </a:spcAft>
              <a:buClr>
                <a:schemeClr val="accent5"/>
              </a:buClr>
              <a:buSzPts val="2100"/>
              <a:buNone/>
              <a:defRPr sz="2100">
                <a:solidFill>
                  <a:schemeClr val="accent5"/>
                </a:solidFill>
              </a:defRPr>
            </a:lvl2pPr>
            <a:lvl3pPr lvl="2" algn="ctr">
              <a:lnSpc>
                <a:spcPct val="100000"/>
              </a:lnSpc>
              <a:spcBef>
                <a:spcPts val="0"/>
              </a:spcBef>
              <a:spcAft>
                <a:spcPts val="0"/>
              </a:spcAft>
              <a:buClr>
                <a:schemeClr val="accent5"/>
              </a:buClr>
              <a:buSzPts val="2100"/>
              <a:buNone/>
              <a:defRPr sz="2100">
                <a:solidFill>
                  <a:schemeClr val="accent5"/>
                </a:solidFill>
              </a:defRPr>
            </a:lvl3pPr>
            <a:lvl4pPr lvl="3" algn="ctr">
              <a:lnSpc>
                <a:spcPct val="100000"/>
              </a:lnSpc>
              <a:spcBef>
                <a:spcPts val="0"/>
              </a:spcBef>
              <a:spcAft>
                <a:spcPts val="0"/>
              </a:spcAft>
              <a:buClr>
                <a:schemeClr val="accent5"/>
              </a:buClr>
              <a:buSzPts val="2100"/>
              <a:buNone/>
              <a:defRPr sz="2100">
                <a:solidFill>
                  <a:schemeClr val="accent5"/>
                </a:solidFill>
              </a:defRPr>
            </a:lvl4pPr>
            <a:lvl5pPr lvl="4" algn="ctr">
              <a:lnSpc>
                <a:spcPct val="100000"/>
              </a:lnSpc>
              <a:spcBef>
                <a:spcPts val="0"/>
              </a:spcBef>
              <a:spcAft>
                <a:spcPts val="0"/>
              </a:spcAft>
              <a:buClr>
                <a:schemeClr val="accent5"/>
              </a:buClr>
              <a:buSzPts val="2100"/>
              <a:buNone/>
              <a:defRPr sz="2100">
                <a:solidFill>
                  <a:schemeClr val="accent5"/>
                </a:solidFill>
              </a:defRPr>
            </a:lvl5pPr>
            <a:lvl6pPr lvl="5" algn="ctr">
              <a:lnSpc>
                <a:spcPct val="100000"/>
              </a:lnSpc>
              <a:spcBef>
                <a:spcPts val="0"/>
              </a:spcBef>
              <a:spcAft>
                <a:spcPts val="0"/>
              </a:spcAft>
              <a:buClr>
                <a:schemeClr val="accent5"/>
              </a:buClr>
              <a:buSzPts val="2100"/>
              <a:buNone/>
              <a:defRPr sz="2100">
                <a:solidFill>
                  <a:schemeClr val="accent5"/>
                </a:solidFill>
              </a:defRPr>
            </a:lvl6pPr>
            <a:lvl7pPr lvl="6" algn="ctr">
              <a:lnSpc>
                <a:spcPct val="100000"/>
              </a:lnSpc>
              <a:spcBef>
                <a:spcPts val="0"/>
              </a:spcBef>
              <a:spcAft>
                <a:spcPts val="0"/>
              </a:spcAft>
              <a:buClr>
                <a:schemeClr val="accent5"/>
              </a:buClr>
              <a:buSzPts val="2100"/>
              <a:buNone/>
              <a:defRPr sz="2100">
                <a:solidFill>
                  <a:schemeClr val="accent5"/>
                </a:solidFill>
              </a:defRPr>
            </a:lvl7pPr>
            <a:lvl8pPr lvl="7" algn="ctr">
              <a:lnSpc>
                <a:spcPct val="100000"/>
              </a:lnSpc>
              <a:spcBef>
                <a:spcPts val="0"/>
              </a:spcBef>
              <a:spcAft>
                <a:spcPts val="0"/>
              </a:spcAft>
              <a:buClr>
                <a:schemeClr val="accent5"/>
              </a:buClr>
              <a:buSzPts val="2100"/>
              <a:buNone/>
              <a:defRPr sz="2100">
                <a:solidFill>
                  <a:schemeClr val="accent5"/>
                </a:solidFill>
              </a:defRPr>
            </a:lvl8pPr>
            <a:lvl9pPr lvl="8" algn="ctr">
              <a:lnSpc>
                <a:spcPct val="100000"/>
              </a:lnSpc>
              <a:spcBef>
                <a:spcPts val="0"/>
              </a:spcBef>
              <a:spcAft>
                <a:spcPts val="0"/>
              </a:spcAft>
              <a:buClr>
                <a:schemeClr val="accent5"/>
              </a:buClr>
              <a:buSzPts val="2100"/>
              <a:buNone/>
              <a:defRPr sz="2100">
                <a:solidFill>
                  <a:schemeClr val="accent5"/>
                </a:solidFill>
              </a:defRPr>
            </a:lvl9pPr>
          </a:lstStyle>
          <a:p>
            <a:endParaRPr/>
          </a:p>
        </p:txBody>
      </p:sp>
      <p:sp>
        <p:nvSpPr>
          <p:cNvPr id="47" name="Google Shape;47;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8" name="Google Shape;48;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9"/>
        <p:cNvGrpSpPr/>
        <p:nvPr/>
      </p:nvGrpSpPr>
      <p:grpSpPr>
        <a:xfrm>
          <a:off x="0" y="0"/>
          <a:ext cx="0" cy="0"/>
          <a:chOff x="0" y="0"/>
          <a:chExt cx="0" cy="0"/>
        </a:xfrm>
      </p:grpSpPr>
      <p:sp>
        <p:nvSpPr>
          <p:cNvPr id="50" name="Google Shape;50;p10"/>
          <p:cNvSpPr txBox="1">
            <a:spLocks noGrp="1"/>
          </p:cNvSpPr>
          <p:nvPr>
            <p:ph type="body" idx="1"/>
          </p:nvPr>
        </p:nvSpPr>
        <p:spPr>
          <a:xfrm>
            <a:off x="319500" y="4233725"/>
            <a:ext cx="5998800" cy="5988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Font typeface="Roboto Slab"/>
              <a:buNone/>
              <a:defRPr>
                <a:latin typeface="Roboto Slab"/>
                <a:ea typeface="Roboto Slab"/>
                <a:cs typeface="Roboto Slab"/>
                <a:sym typeface="Roboto Slab"/>
              </a:defRPr>
            </a:lvl1pPr>
          </a:lstStyle>
          <a:p>
            <a:endParaRPr/>
          </a:p>
        </p:txBody>
      </p:sp>
      <p:sp>
        <p:nvSpPr>
          <p:cNvPr id="51" name="Google Shape;51;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
        <p:cNvGrpSpPr/>
        <p:nvPr/>
      </p:nvGrpSpPr>
      <p:grpSpPr>
        <a:xfrm>
          <a:off x="0" y="0"/>
          <a:ext cx="0" cy="0"/>
          <a:chOff x="0" y="0"/>
          <a:chExt cx="0" cy="0"/>
        </a:xfrm>
      </p:grpSpPr>
      <p:sp>
        <p:nvSpPr>
          <p:cNvPr id="53" name="Google Shape;53;p11"/>
          <p:cNvSpPr/>
          <p:nvPr/>
        </p:nvSpPr>
        <p:spPr>
          <a:xfrm>
            <a:off x="150" y="5076825"/>
            <a:ext cx="9143700" cy="66600"/>
          </a:xfrm>
          <a:prstGeom prst="rect">
            <a:avLst/>
          </a:prstGeom>
          <a:solidFill>
            <a:schemeClr val="accent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54;p11"/>
          <p:cNvSpPr txBox="1">
            <a:spLocks noGrp="1"/>
          </p:cNvSpPr>
          <p:nvPr>
            <p:ph type="title" hasCustomPrompt="1"/>
          </p:nvPr>
        </p:nvSpPr>
        <p:spPr>
          <a:xfrm>
            <a:off x="387900" y="1152450"/>
            <a:ext cx="8368200" cy="15384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accent5"/>
              </a:buClr>
              <a:buSzPts val="13000"/>
              <a:buNone/>
              <a:defRPr sz="13000">
                <a:solidFill>
                  <a:schemeClr val="accent5"/>
                </a:solidFill>
              </a:defRPr>
            </a:lvl1pPr>
            <a:lvl2pPr lvl="1" algn="ctr">
              <a:spcBef>
                <a:spcPts val="0"/>
              </a:spcBef>
              <a:spcAft>
                <a:spcPts val="0"/>
              </a:spcAft>
              <a:buClr>
                <a:schemeClr val="accent5"/>
              </a:buClr>
              <a:buSzPts val="13000"/>
              <a:buNone/>
              <a:defRPr sz="13000">
                <a:solidFill>
                  <a:schemeClr val="accent5"/>
                </a:solidFill>
              </a:defRPr>
            </a:lvl2pPr>
            <a:lvl3pPr lvl="2" algn="ctr">
              <a:spcBef>
                <a:spcPts val="0"/>
              </a:spcBef>
              <a:spcAft>
                <a:spcPts val="0"/>
              </a:spcAft>
              <a:buClr>
                <a:schemeClr val="accent5"/>
              </a:buClr>
              <a:buSzPts val="13000"/>
              <a:buNone/>
              <a:defRPr sz="13000">
                <a:solidFill>
                  <a:schemeClr val="accent5"/>
                </a:solidFill>
              </a:defRPr>
            </a:lvl3pPr>
            <a:lvl4pPr lvl="3" algn="ctr">
              <a:spcBef>
                <a:spcPts val="0"/>
              </a:spcBef>
              <a:spcAft>
                <a:spcPts val="0"/>
              </a:spcAft>
              <a:buClr>
                <a:schemeClr val="accent5"/>
              </a:buClr>
              <a:buSzPts val="13000"/>
              <a:buNone/>
              <a:defRPr sz="13000">
                <a:solidFill>
                  <a:schemeClr val="accent5"/>
                </a:solidFill>
              </a:defRPr>
            </a:lvl4pPr>
            <a:lvl5pPr lvl="4" algn="ctr">
              <a:spcBef>
                <a:spcPts val="0"/>
              </a:spcBef>
              <a:spcAft>
                <a:spcPts val="0"/>
              </a:spcAft>
              <a:buClr>
                <a:schemeClr val="accent5"/>
              </a:buClr>
              <a:buSzPts val="13000"/>
              <a:buNone/>
              <a:defRPr sz="13000">
                <a:solidFill>
                  <a:schemeClr val="accent5"/>
                </a:solidFill>
              </a:defRPr>
            </a:lvl5pPr>
            <a:lvl6pPr lvl="5" algn="ctr">
              <a:spcBef>
                <a:spcPts val="0"/>
              </a:spcBef>
              <a:spcAft>
                <a:spcPts val="0"/>
              </a:spcAft>
              <a:buClr>
                <a:schemeClr val="accent5"/>
              </a:buClr>
              <a:buSzPts val="13000"/>
              <a:buNone/>
              <a:defRPr sz="13000">
                <a:solidFill>
                  <a:schemeClr val="accent5"/>
                </a:solidFill>
              </a:defRPr>
            </a:lvl6pPr>
            <a:lvl7pPr lvl="6" algn="ctr">
              <a:spcBef>
                <a:spcPts val="0"/>
              </a:spcBef>
              <a:spcAft>
                <a:spcPts val="0"/>
              </a:spcAft>
              <a:buClr>
                <a:schemeClr val="accent5"/>
              </a:buClr>
              <a:buSzPts val="13000"/>
              <a:buNone/>
              <a:defRPr sz="13000">
                <a:solidFill>
                  <a:schemeClr val="accent5"/>
                </a:solidFill>
              </a:defRPr>
            </a:lvl7pPr>
            <a:lvl8pPr lvl="7" algn="ctr">
              <a:spcBef>
                <a:spcPts val="0"/>
              </a:spcBef>
              <a:spcAft>
                <a:spcPts val="0"/>
              </a:spcAft>
              <a:buClr>
                <a:schemeClr val="accent5"/>
              </a:buClr>
              <a:buSzPts val="13000"/>
              <a:buNone/>
              <a:defRPr sz="13000">
                <a:solidFill>
                  <a:schemeClr val="accent5"/>
                </a:solidFill>
              </a:defRPr>
            </a:lvl8pPr>
            <a:lvl9pPr lvl="8" algn="ctr">
              <a:spcBef>
                <a:spcPts val="0"/>
              </a:spcBef>
              <a:spcAft>
                <a:spcPts val="0"/>
              </a:spcAft>
              <a:buClr>
                <a:schemeClr val="accent5"/>
              </a:buClr>
              <a:buSzPts val="13000"/>
              <a:buNone/>
              <a:defRPr sz="13000">
                <a:solidFill>
                  <a:schemeClr val="accent5"/>
                </a:solidFill>
              </a:defRPr>
            </a:lvl9pPr>
          </a:lstStyle>
          <a:p>
            <a:r>
              <a:t>xx%</a:t>
            </a:r>
          </a:p>
        </p:txBody>
      </p:sp>
      <p:sp>
        <p:nvSpPr>
          <p:cNvPr id="55" name="Google Shape;55;p11"/>
          <p:cNvSpPr txBox="1">
            <a:spLocks noGrp="1"/>
          </p:cNvSpPr>
          <p:nvPr>
            <p:ph type="body" idx="1"/>
          </p:nvPr>
        </p:nvSpPr>
        <p:spPr>
          <a:xfrm>
            <a:off x="387900" y="2919450"/>
            <a:ext cx="8368200" cy="10716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56" name="Google Shape;5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rina">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87900" y="458025"/>
            <a:ext cx="8368200" cy="6861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1pPr>
            <a:lvl2pPr lvl="1">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2pPr>
            <a:lvl3pPr lvl="2">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3pPr>
            <a:lvl4pPr lvl="3">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4pPr>
            <a:lvl5pPr lvl="4">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5pPr>
            <a:lvl6pPr lvl="5">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6pPr>
            <a:lvl7pPr lvl="6">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7pPr>
            <a:lvl8pPr lvl="7">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8pPr>
            <a:lvl9pPr lvl="8">
              <a:spcBef>
                <a:spcPts val="0"/>
              </a:spcBef>
              <a:spcAft>
                <a:spcPts val="0"/>
              </a:spcAft>
              <a:buClr>
                <a:schemeClr val="dk1"/>
              </a:buClr>
              <a:buSzPts val="3000"/>
              <a:buFont typeface="Roboto Slab"/>
              <a:buNone/>
              <a:defRPr sz="3000">
                <a:solidFill>
                  <a:schemeClr val="dk1"/>
                </a:solidFill>
                <a:latin typeface="Roboto Slab"/>
                <a:ea typeface="Roboto Slab"/>
                <a:cs typeface="Roboto Slab"/>
                <a:sym typeface="Roboto Slab"/>
              </a:defRPr>
            </a:lvl9pPr>
          </a:lstStyle>
          <a:p>
            <a:endParaRPr/>
          </a:p>
        </p:txBody>
      </p:sp>
      <p:sp>
        <p:nvSpPr>
          <p:cNvPr id="7" name="Google Shape;7;p1"/>
          <p:cNvSpPr txBox="1">
            <a:spLocks noGrp="1"/>
          </p:cNvSpPr>
          <p:nvPr>
            <p:ph type="body" idx="1"/>
          </p:nvPr>
        </p:nvSpPr>
        <p:spPr>
          <a:xfrm>
            <a:off x="387900" y="1489824"/>
            <a:ext cx="8368200" cy="30789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2pPr>
            <a:lvl3pPr marL="1371600" lvl="2"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3pPr>
            <a:lvl4pPr marL="1828800" lvl="3"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4pPr>
            <a:lvl5pPr marL="2286000" lvl="4"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5pPr>
            <a:lvl6pPr marL="2743200" lvl="5"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6pPr>
            <a:lvl7pPr marL="3200400" lvl="6"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7pPr>
            <a:lvl8pPr marL="3657600" lvl="7" indent="-317500">
              <a:lnSpc>
                <a:spcPct val="115000"/>
              </a:lnSpc>
              <a:spcBef>
                <a:spcPts val="1600"/>
              </a:spcBef>
              <a:spcAft>
                <a:spcPts val="0"/>
              </a:spcAft>
              <a:buClr>
                <a:schemeClr val="dk1"/>
              </a:buClr>
              <a:buSzPts val="1400"/>
              <a:buFont typeface="Roboto"/>
              <a:buChar char="○"/>
              <a:defRPr>
                <a:solidFill>
                  <a:schemeClr val="dk1"/>
                </a:solidFill>
                <a:latin typeface="Roboto"/>
                <a:ea typeface="Roboto"/>
                <a:cs typeface="Roboto"/>
                <a:sym typeface="Roboto"/>
              </a:defRPr>
            </a:lvl8pPr>
            <a:lvl9pPr marL="4114800" lvl="8" indent="-317500">
              <a:lnSpc>
                <a:spcPct val="115000"/>
              </a:lnSpc>
              <a:spcBef>
                <a:spcPts val="1600"/>
              </a:spcBef>
              <a:spcAft>
                <a:spcPts val="1600"/>
              </a:spcAft>
              <a:buClr>
                <a:schemeClr val="dk1"/>
              </a:buClr>
              <a:buSzPts val="1400"/>
              <a:buFont typeface="Roboto"/>
              <a:buChar char="■"/>
              <a:defRPr>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1"/>
                </a:solidFill>
                <a:latin typeface="Roboto"/>
                <a:ea typeface="Roboto"/>
                <a:cs typeface="Roboto"/>
                <a:sym typeface="Roboto"/>
              </a:defRPr>
            </a:lvl1pPr>
            <a:lvl2pPr lvl="1" algn="r">
              <a:buNone/>
              <a:defRPr sz="1000">
                <a:solidFill>
                  <a:schemeClr val="dk1"/>
                </a:solidFill>
                <a:latin typeface="Roboto"/>
                <a:ea typeface="Roboto"/>
                <a:cs typeface="Roboto"/>
                <a:sym typeface="Roboto"/>
              </a:defRPr>
            </a:lvl2pPr>
            <a:lvl3pPr lvl="2" algn="r">
              <a:buNone/>
              <a:defRPr sz="1000">
                <a:solidFill>
                  <a:schemeClr val="dk1"/>
                </a:solidFill>
                <a:latin typeface="Roboto"/>
                <a:ea typeface="Roboto"/>
                <a:cs typeface="Roboto"/>
                <a:sym typeface="Roboto"/>
              </a:defRPr>
            </a:lvl3pPr>
            <a:lvl4pPr lvl="3" algn="r">
              <a:buNone/>
              <a:defRPr sz="1000">
                <a:solidFill>
                  <a:schemeClr val="dk1"/>
                </a:solidFill>
                <a:latin typeface="Roboto"/>
                <a:ea typeface="Roboto"/>
                <a:cs typeface="Roboto"/>
                <a:sym typeface="Roboto"/>
              </a:defRPr>
            </a:lvl4pPr>
            <a:lvl5pPr lvl="4" algn="r">
              <a:buNone/>
              <a:defRPr sz="1000">
                <a:solidFill>
                  <a:schemeClr val="dk1"/>
                </a:solidFill>
                <a:latin typeface="Roboto"/>
                <a:ea typeface="Roboto"/>
                <a:cs typeface="Roboto"/>
                <a:sym typeface="Roboto"/>
              </a:defRPr>
            </a:lvl5pPr>
            <a:lvl6pPr lvl="5" algn="r">
              <a:buNone/>
              <a:defRPr sz="1000">
                <a:solidFill>
                  <a:schemeClr val="dk1"/>
                </a:solidFill>
                <a:latin typeface="Roboto"/>
                <a:ea typeface="Roboto"/>
                <a:cs typeface="Roboto"/>
                <a:sym typeface="Roboto"/>
              </a:defRPr>
            </a:lvl6pPr>
            <a:lvl7pPr lvl="6" algn="r">
              <a:buNone/>
              <a:defRPr sz="1000">
                <a:solidFill>
                  <a:schemeClr val="dk1"/>
                </a:solidFill>
                <a:latin typeface="Roboto"/>
                <a:ea typeface="Roboto"/>
                <a:cs typeface="Roboto"/>
                <a:sym typeface="Roboto"/>
              </a:defRPr>
            </a:lvl7pPr>
            <a:lvl8pPr lvl="7" algn="r">
              <a:buNone/>
              <a:defRPr sz="1000">
                <a:solidFill>
                  <a:schemeClr val="dk1"/>
                </a:solidFill>
                <a:latin typeface="Roboto"/>
                <a:ea typeface="Roboto"/>
                <a:cs typeface="Roboto"/>
                <a:sym typeface="Roboto"/>
              </a:defRPr>
            </a:lvl8pPr>
            <a:lvl9pPr lvl="8" algn="r">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hyperlink" Target="https://reactjs.org/docs/handling-events.html" TargetMode="External"/><Relationship Id="rId2" Type="http://schemas.openxmlformats.org/officeDocument/2006/relationships/notesSlide" Target="../notesSlides/notesSlide5.xml"/><Relationship Id="rId1" Type="http://schemas.openxmlformats.org/officeDocument/2006/relationships/slideLayout" Target="../slideLayouts/slideLayout3.xml"/><Relationship Id="rId4" Type="http://schemas.openxmlformats.org/officeDocument/2006/relationships/hyperlink" Target="https://reactjs.org/docs/events.html"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jsbin.com/luqihed/edit?html,js,console,output" TargetMode="External"/><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hyperlink" Target="https://jsbin.com/xetaxar/edit?html,js,console,output" TargetMode="Externa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hyperlink" Target="https://jsfiddle.net/dgmouris/ucLz3aj0/8/" TargetMode="External"/><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s://jsfiddle.net/dgmouris/d1a8sc5v/15/" TargetMode="External"/><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hyperlink" Target="https://jsfiddle.net/dgmouris/uabdyh9g/3/" TargetMode="External"/><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hyperlink" Target="https://reactjs.org/docs/hooks-state.html" TargetMode="External"/><Relationship Id="rId7" Type="http://schemas.openxmlformats.org/officeDocument/2006/relationships/hyperlink" Target="https://reactjs.org/docs/events.html" TargetMode="External"/><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hyperlink" Target="https://reactjs.org/docs/handling-events.html" TargetMode="External"/><Relationship Id="rId5" Type="http://schemas.openxmlformats.org/officeDocument/2006/relationships/hyperlink" Target="https://reactjs.org/docs/state-and-lifecycle.html" TargetMode="External"/><Relationship Id="rId4" Type="http://schemas.openxmlformats.org/officeDocument/2006/relationships/hyperlink" Target="https://reactjs.org/docs/hooks-intro.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3"/>
          <p:cNvSpPr txBox="1">
            <a:spLocks noGrp="1"/>
          </p:cNvSpPr>
          <p:nvPr>
            <p:ph type="ctrTitle"/>
          </p:nvPr>
        </p:nvSpPr>
        <p:spPr>
          <a:xfrm>
            <a:off x="1628877" y="1219800"/>
            <a:ext cx="5783400" cy="1457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Events and React State Fundamentals</a:t>
            </a:r>
            <a:endParaRPr/>
          </a:p>
        </p:txBody>
      </p:sp>
      <p:sp>
        <p:nvSpPr>
          <p:cNvPr id="64" name="Google Shape;64;p13"/>
          <p:cNvSpPr txBox="1">
            <a:spLocks noGrp="1"/>
          </p:cNvSpPr>
          <p:nvPr>
            <p:ph type="subTitle" idx="1"/>
          </p:nvPr>
        </p:nvSpPr>
        <p:spPr>
          <a:xfrm>
            <a:off x="1680302" y="3049450"/>
            <a:ext cx="5783400" cy="9090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t>Javascript DMIT 2008</a:t>
            </a:r>
            <a:endParaRPr/>
          </a:p>
          <a:p>
            <a:pPr marL="0" lvl="0" indent="0" algn="ctr" rtl="0">
              <a:spcBef>
                <a:spcPts val="0"/>
              </a:spcBef>
              <a:spcAft>
                <a:spcPts val="0"/>
              </a:spcAft>
              <a:buNone/>
            </a:pP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8"/>
        <p:cNvGrpSpPr/>
        <p:nvPr/>
      </p:nvGrpSpPr>
      <p:grpSpPr>
        <a:xfrm>
          <a:off x="0" y="0"/>
          <a:ext cx="0" cy="0"/>
          <a:chOff x="0" y="0"/>
          <a:chExt cx="0" cy="0"/>
        </a:xfrm>
      </p:grpSpPr>
      <p:sp>
        <p:nvSpPr>
          <p:cNvPr id="69" name="Google Shape;69;p14"/>
          <p:cNvSpPr txBox="1">
            <a:spLocks noGrp="1"/>
          </p:cNvSpPr>
          <p:nvPr>
            <p:ph type="title"/>
          </p:nvPr>
        </p:nvSpPr>
        <p:spPr>
          <a:xfrm>
            <a:off x="480750" y="1764950"/>
            <a:ext cx="8222100" cy="90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Announcements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5"/>
          <p:cNvSpPr txBox="1">
            <a:spLocks noGrp="1"/>
          </p:cNvSpPr>
          <p:nvPr>
            <p:ph type="title"/>
          </p:nvPr>
        </p:nvSpPr>
        <p:spPr>
          <a:xfrm>
            <a:off x="248400" y="1440025"/>
            <a:ext cx="4045200" cy="1506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Where are we?</a:t>
            </a:r>
            <a:endParaRPr/>
          </a:p>
        </p:txBody>
      </p:sp>
      <p:sp>
        <p:nvSpPr>
          <p:cNvPr id="75" name="Google Shape;75;p15"/>
          <p:cNvSpPr txBox="1">
            <a:spLocks noGrp="1"/>
          </p:cNvSpPr>
          <p:nvPr>
            <p:ph type="body" idx="2"/>
          </p:nvPr>
        </p:nvSpPr>
        <p:spPr>
          <a:xfrm>
            <a:off x="4937025" y="724200"/>
            <a:ext cx="4297200" cy="3695100"/>
          </a:xfrm>
          <a:prstGeom prst="rect">
            <a:avLst/>
          </a:prstGeom>
        </p:spPr>
        <p:txBody>
          <a:bodyPr spcFirstLastPara="1" wrap="square" lIns="91425" tIns="91425" rIns="91425" bIns="91425" anchor="ctr" anchorCtr="0">
            <a:noAutofit/>
          </a:bodyPr>
          <a:lstStyle/>
          <a:p>
            <a:pPr marL="457200" lvl="0" indent="-330200" algn="l" rtl="0">
              <a:spcBef>
                <a:spcPts val="0"/>
              </a:spcBef>
              <a:spcAft>
                <a:spcPts val="0"/>
              </a:spcAft>
              <a:buSzPts val="1600"/>
              <a:buAutoNum type="arabicPeriod"/>
            </a:pPr>
            <a:r>
              <a:rPr lang="en" sz="1600"/>
              <a:t>Expectations</a:t>
            </a:r>
            <a:endParaRPr sz="1600"/>
          </a:p>
          <a:p>
            <a:pPr marL="457200" lvl="0" indent="-330200" algn="l" rtl="0">
              <a:spcBef>
                <a:spcPts val="0"/>
              </a:spcBef>
              <a:spcAft>
                <a:spcPts val="0"/>
              </a:spcAft>
              <a:buSzPts val="1600"/>
              <a:buAutoNum type="arabicPeriod"/>
            </a:pPr>
            <a:r>
              <a:rPr lang="en" sz="1600"/>
              <a:t>Events</a:t>
            </a:r>
            <a:endParaRPr sz="1600"/>
          </a:p>
          <a:p>
            <a:pPr marL="914400" lvl="1" indent="-330200" algn="l" rtl="0">
              <a:spcBef>
                <a:spcPts val="0"/>
              </a:spcBef>
              <a:spcAft>
                <a:spcPts val="0"/>
              </a:spcAft>
              <a:buSzPts val="1600"/>
              <a:buAutoNum type="alphaLcPeriod"/>
            </a:pPr>
            <a:r>
              <a:rPr lang="en" sz="1600"/>
              <a:t>Introduction</a:t>
            </a:r>
            <a:endParaRPr sz="1600"/>
          </a:p>
          <a:p>
            <a:pPr marL="914400" lvl="1" indent="-330200" algn="l" rtl="0">
              <a:spcBef>
                <a:spcPts val="0"/>
              </a:spcBef>
              <a:spcAft>
                <a:spcPts val="0"/>
              </a:spcAft>
              <a:buSzPts val="1600"/>
              <a:buAutoNum type="alphaLcPeriod"/>
            </a:pPr>
            <a:r>
              <a:rPr lang="en" sz="1600"/>
              <a:t>Examples</a:t>
            </a:r>
            <a:endParaRPr sz="1600"/>
          </a:p>
          <a:p>
            <a:pPr marL="457200" lvl="0" indent="-330200" algn="l" rtl="0">
              <a:spcBef>
                <a:spcPts val="0"/>
              </a:spcBef>
              <a:spcAft>
                <a:spcPts val="0"/>
              </a:spcAft>
              <a:buSzPts val="1600"/>
              <a:buAutoNum type="arabicPeriod"/>
            </a:pPr>
            <a:r>
              <a:rPr lang="en" sz="1600"/>
              <a:t>State</a:t>
            </a:r>
            <a:endParaRPr sz="1600"/>
          </a:p>
          <a:p>
            <a:pPr marL="914400" lvl="1" indent="-330200" algn="l" rtl="0">
              <a:spcBef>
                <a:spcPts val="0"/>
              </a:spcBef>
              <a:spcAft>
                <a:spcPts val="0"/>
              </a:spcAft>
              <a:buSzPts val="1600"/>
              <a:buAutoNum type="alphaLcPeriod"/>
            </a:pPr>
            <a:r>
              <a:rPr lang="en" sz="1600"/>
              <a:t>What is that?</a:t>
            </a:r>
            <a:endParaRPr sz="1600"/>
          </a:p>
          <a:p>
            <a:pPr marL="914400" lvl="1" indent="-330200" algn="l" rtl="0">
              <a:spcBef>
                <a:spcPts val="0"/>
              </a:spcBef>
              <a:spcAft>
                <a:spcPts val="0"/>
              </a:spcAft>
              <a:buSzPts val="1600"/>
              <a:buAutoNum type="alphaLcPeriod"/>
            </a:pPr>
            <a:r>
              <a:rPr lang="en" sz="1600"/>
              <a:t>Hooks and how they Work.</a:t>
            </a:r>
            <a:endParaRPr sz="1600"/>
          </a:p>
          <a:p>
            <a:pPr marL="914400" lvl="1" indent="-330200" algn="l" rtl="0">
              <a:spcBef>
                <a:spcPts val="0"/>
              </a:spcBef>
              <a:spcAft>
                <a:spcPts val="0"/>
              </a:spcAft>
              <a:buSzPts val="1600"/>
              <a:buAutoNum type="alphaLcPeriod"/>
            </a:pPr>
            <a:r>
              <a:rPr lang="en" sz="1600"/>
              <a:t>Examples</a:t>
            </a:r>
            <a:endParaRPr sz="1600"/>
          </a:p>
          <a:p>
            <a:pPr marL="457200" lvl="0" indent="-330200" algn="l" rtl="0">
              <a:spcBef>
                <a:spcPts val="0"/>
              </a:spcBef>
              <a:spcAft>
                <a:spcPts val="0"/>
              </a:spcAft>
              <a:buSzPts val="1600"/>
              <a:buAutoNum type="arabicPeriod"/>
            </a:pPr>
            <a:r>
              <a:rPr lang="en" sz="1600"/>
              <a:t>JSX Conditionals</a:t>
            </a:r>
            <a:endParaRPr sz="1600"/>
          </a:p>
          <a:p>
            <a:pPr marL="914400" lvl="1" indent="-330200" algn="l" rtl="0">
              <a:spcBef>
                <a:spcPts val="0"/>
              </a:spcBef>
              <a:spcAft>
                <a:spcPts val="0"/>
              </a:spcAft>
              <a:buSzPts val="1600"/>
              <a:buAutoNum type="alphaLcPeriod"/>
            </a:pPr>
            <a:r>
              <a:rPr lang="en" sz="1600"/>
              <a:t>Ternary</a:t>
            </a:r>
            <a:endParaRPr sz="1600"/>
          </a:p>
          <a:p>
            <a:pPr marL="914400" lvl="1" indent="-330200" algn="l" rtl="0">
              <a:spcBef>
                <a:spcPts val="0"/>
              </a:spcBef>
              <a:spcAft>
                <a:spcPts val="0"/>
              </a:spcAft>
              <a:buSzPts val="1600"/>
              <a:buAutoNum type="alphaLcPeriod"/>
            </a:pPr>
            <a:r>
              <a:rPr lang="en" sz="1600"/>
              <a:t>Short Circuits</a:t>
            </a:r>
            <a:endParaRPr sz="1600"/>
          </a:p>
          <a:p>
            <a:pPr marL="457200" lvl="0" indent="-330200" algn="l" rtl="0">
              <a:spcBef>
                <a:spcPts val="0"/>
              </a:spcBef>
              <a:spcAft>
                <a:spcPts val="0"/>
              </a:spcAft>
              <a:buSzPts val="1600"/>
              <a:buAutoNum type="arabicPeriod"/>
            </a:pPr>
            <a:r>
              <a:rPr lang="en" sz="1600"/>
              <a:t>Example</a:t>
            </a:r>
            <a:endParaRPr sz="16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Expectations - What I expect from you</a:t>
            </a:r>
            <a:endParaRPr/>
          </a:p>
        </p:txBody>
      </p:sp>
      <p:sp>
        <p:nvSpPr>
          <p:cNvPr id="81" name="Google Shape;81;p16"/>
          <p:cNvSpPr txBox="1">
            <a:spLocks noGrp="1"/>
          </p:cNvSpPr>
          <p:nvPr>
            <p:ph type="body" idx="1"/>
          </p:nvPr>
        </p:nvSpPr>
        <p:spPr>
          <a:xfrm>
            <a:off x="387900" y="1489824"/>
            <a:ext cx="8368200" cy="3078900"/>
          </a:xfrm>
          <a:prstGeom prst="rect">
            <a:avLst/>
          </a:prstGeom>
        </p:spPr>
        <p:txBody>
          <a:bodyPr spcFirstLastPara="1" wrap="square" lIns="91425" tIns="91425" rIns="91425" bIns="91425" anchor="t" anchorCtr="0">
            <a:noAutofit/>
          </a:bodyPr>
          <a:lstStyle/>
          <a:p>
            <a:pPr>
              <a:buFont typeface="Roboto"/>
              <a:buAutoNum type="arabicPeriod"/>
            </a:pPr>
            <a:r>
              <a:rPr lang="en-US" dirty="0"/>
              <a:t>Pay Attention and ask questions while on session.</a:t>
            </a:r>
          </a:p>
          <a:p>
            <a:pPr>
              <a:buFont typeface="Roboto"/>
              <a:buAutoNum type="arabicPeriod"/>
            </a:pPr>
            <a:r>
              <a:rPr lang="en-US" dirty="0"/>
              <a:t>Follow along the coding exercises.</a:t>
            </a:r>
          </a:p>
          <a:p>
            <a:pPr>
              <a:buFont typeface="Roboto"/>
              <a:buAutoNum type="arabicPeriod"/>
            </a:pPr>
            <a:r>
              <a:rPr lang="en-US" dirty="0"/>
              <a:t>Focus on the task on hand, don’t go wandering.</a:t>
            </a:r>
          </a:p>
          <a:p>
            <a:pPr>
              <a:buFont typeface="Roboto"/>
              <a:buAutoNum type="arabicPeriod"/>
            </a:pPr>
            <a:r>
              <a:rPr lang="en-US" dirty="0"/>
              <a:t>No late submission of Assignments.</a:t>
            </a:r>
          </a:p>
          <a:p>
            <a:pPr>
              <a:buFont typeface="Roboto"/>
              <a:buAutoNum type="arabicPeriod"/>
            </a:pPr>
            <a:r>
              <a:rPr lang="en-US" dirty="0"/>
              <a:t>Commit your codes to your Assignment repositories day-to-day to </a:t>
            </a:r>
            <a:r>
              <a:rPr lang="en-CA" dirty="0"/>
              <a:t>demonstrate incremental development of your solution.</a:t>
            </a:r>
            <a:endParaRPr lang="en-US" dirty="0"/>
          </a:p>
          <a:p>
            <a:pPr>
              <a:buFont typeface="Roboto"/>
              <a:buAutoNum type="arabicPeriod"/>
            </a:pPr>
            <a:r>
              <a:rPr lang="en-US" dirty="0"/>
              <a:t>No cheating on exams.</a:t>
            </a:r>
          </a:p>
          <a:p>
            <a:pPr>
              <a:buFont typeface="Roboto"/>
              <a:buAutoNum type="arabicPeriod"/>
            </a:pPr>
            <a:r>
              <a:rPr lang="en-US" dirty="0"/>
              <a:t>Complete the final project.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sp>
        <p:nvSpPr>
          <p:cNvPr id="86" name="Google Shape;86;p17"/>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Events</a:t>
            </a:r>
            <a:endParaRPr/>
          </a:p>
        </p:txBody>
      </p:sp>
      <p:sp>
        <p:nvSpPr>
          <p:cNvPr id="87" name="Google Shape;87;p17"/>
          <p:cNvSpPr txBox="1">
            <a:spLocks noGrp="1"/>
          </p:cNvSpPr>
          <p:nvPr>
            <p:ph type="body" idx="1"/>
          </p:nvPr>
        </p:nvSpPr>
        <p:spPr>
          <a:xfrm>
            <a:off x="387900" y="1261225"/>
            <a:ext cx="8368200" cy="3652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Before we talk about the hooks and modifying state, let's talk about react events and how they relate to javascript events.</a:t>
            </a:r>
            <a:endParaRPr sz="1400" dirty="0"/>
          </a:p>
          <a:p>
            <a:pPr marL="0" lvl="0" indent="0" algn="l" rtl="0">
              <a:spcBef>
                <a:spcPts val="1600"/>
              </a:spcBef>
              <a:spcAft>
                <a:spcPts val="0"/>
              </a:spcAft>
              <a:buNone/>
            </a:pPr>
            <a:r>
              <a:rPr lang="en" sz="1400" dirty="0"/>
              <a:t>In html you have the attributes "onclick", and "onkeyup" as well as any of the other events that you have in javascript except for "on" in front of it. ex. </a:t>
            </a:r>
            <a:endParaRPr sz="1400" dirty="0"/>
          </a:p>
          <a:p>
            <a:pPr marL="0" lvl="0" indent="0" algn="l" rtl="0">
              <a:spcBef>
                <a:spcPts val="1600"/>
              </a:spcBef>
              <a:spcAft>
                <a:spcPts val="0"/>
              </a:spcAft>
              <a:buNone/>
            </a:pPr>
            <a:endParaRPr sz="1400" dirty="0"/>
          </a:p>
          <a:p>
            <a:pPr marL="0" lvl="0" indent="0" algn="l" rtl="0">
              <a:spcBef>
                <a:spcPts val="1600"/>
              </a:spcBef>
              <a:spcAft>
                <a:spcPts val="1600"/>
              </a:spcAft>
              <a:buNone/>
            </a:pPr>
            <a:r>
              <a:rPr lang="en" sz="1400" dirty="0"/>
              <a:t>In react it's pretty similar but you use Reacts event system to create use it, as well the syntax is using camel case which triggers reacts event system.</a:t>
            </a:r>
            <a:br>
              <a:rPr lang="en" sz="1400" dirty="0"/>
            </a:br>
            <a:br>
              <a:rPr lang="en" sz="1400" dirty="0"/>
            </a:br>
            <a:br>
              <a:rPr lang="en" sz="1400" dirty="0"/>
            </a:br>
            <a:endParaRPr sz="1400" dirty="0"/>
          </a:p>
        </p:txBody>
      </p:sp>
      <p:sp>
        <p:nvSpPr>
          <p:cNvPr id="88" name="Google Shape;88;p17"/>
          <p:cNvSpPr txBox="1"/>
          <p:nvPr/>
        </p:nvSpPr>
        <p:spPr>
          <a:xfrm>
            <a:off x="932475" y="2626725"/>
            <a:ext cx="6342300" cy="451500"/>
          </a:xfrm>
          <a:prstGeom prst="rect">
            <a:avLst/>
          </a:prstGeom>
          <a:noFill/>
          <a:ln>
            <a:noFill/>
          </a:ln>
        </p:spPr>
        <p:txBody>
          <a:bodyPr spcFirstLastPara="1" wrap="square" lIns="91425" tIns="91425" rIns="91425" bIns="91425" anchor="t" anchorCtr="0">
            <a:noAutofit/>
          </a:bodyPr>
          <a:lstStyle/>
          <a:p>
            <a:pPr marL="0" lvl="0" indent="0" algn="l" rtl="0">
              <a:lnSpc>
                <a:spcPct val="146739"/>
              </a:lnSpc>
              <a:spcBef>
                <a:spcPts val="0"/>
              </a:spcBef>
              <a:spcAft>
                <a:spcPts val="0"/>
              </a:spcAft>
              <a:buNone/>
            </a:pPr>
            <a:r>
              <a:rPr lang="en" sz="1150">
                <a:solidFill>
                  <a:srgbClr val="ECEFF1"/>
                </a:solidFill>
                <a:latin typeface="Roboto Mono"/>
                <a:ea typeface="Roboto Mono"/>
                <a:cs typeface="Roboto Mono"/>
                <a:sym typeface="Roboto Mono"/>
              </a:rPr>
              <a:t>&lt;button onclick=</a:t>
            </a:r>
            <a:r>
              <a:rPr lang="en" sz="1150">
                <a:solidFill>
                  <a:srgbClr val="9CCC65"/>
                </a:solidFill>
                <a:latin typeface="Roboto Mono"/>
                <a:ea typeface="Roboto Mono"/>
                <a:cs typeface="Roboto Mono"/>
                <a:sym typeface="Roboto Mono"/>
              </a:rPr>
              <a:t>"someJSFunction()"</a:t>
            </a:r>
            <a:r>
              <a:rPr lang="en" sz="1150">
                <a:solidFill>
                  <a:srgbClr val="ECEFF1"/>
                </a:solidFill>
                <a:latin typeface="Roboto Mono"/>
                <a:ea typeface="Roboto Mono"/>
                <a:cs typeface="Roboto Mono"/>
                <a:sym typeface="Roboto Mono"/>
              </a:rPr>
              <a:t>&gt;</a:t>
            </a:r>
            <a:r>
              <a:rPr lang="en" sz="1150">
                <a:solidFill>
                  <a:srgbClr val="CE93D8"/>
                </a:solidFill>
                <a:latin typeface="Roboto Mono"/>
                <a:ea typeface="Roboto Mono"/>
                <a:cs typeface="Roboto Mono"/>
                <a:sym typeface="Roboto Mono"/>
              </a:rPr>
              <a:t>Clicker</a:t>
            </a:r>
            <a:r>
              <a:rPr lang="en" sz="1150">
                <a:solidFill>
                  <a:srgbClr val="ECEFF1"/>
                </a:solidFill>
                <a:latin typeface="Roboto Mono"/>
                <a:ea typeface="Roboto Mono"/>
                <a:cs typeface="Roboto Mono"/>
                <a:sym typeface="Roboto Mono"/>
              </a:rPr>
              <a:t>&lt;/button&gt;</a:t>
            </a:r>
            <a:endParaRPr sz="1150">
              <a:solidFill>
                <a:srgbClr val="ECEFF1"/>
              </a:solidFill>
              <a:latin typeface="Roboto Mono"/>
              <a:ea typeface="Roboto Mono"/>
              <a:cs typeface="Roboto Mono"/>
              <a:sym typeface="Roboto Mono"/>
            </a:endParaRPr>
          </a:p>
        </p:txBody>
      </p:sp>
      <p:sp>
        <p:nvSpPr>
          <p:cNvPr id="89" name="Google Shape;89;p17"/>
          <p:cNvSpPr txBox="1"/>
          <p:nvPr/>
        </p:nvSpPr>
        <p:spPr>
          <a:xfrm>
            <a:off x="932475" y="3715150"/>
            <a:ext cx="6705000" cy="510600"/>
          </a:xfrm>
          <a:prstGeom prst="rect">
            <a:avLst/>
          </a:prstGeom>
          <a:noFill/>
          <a:ln>
            <a:noFill/>
          </a:ln>
        </p:spPr>
        <p:txBody>
          <a:bodyPr spcFirstLastPara="1" wrap="square" lIns="91425" tIns="91425" rIns="91425" bIns="91425" anchor="t" anchorCtr="0">
            <a:noAutofit/>
          </a:bodyPr>
          <a:lstStyle/>
          <a:p>
            <a:pPr marL="0" lvl="0" indent="0" algn="l" rtl="0">
              <a:lnSpc>
                <a:spcPct val="146739"/>
              </a:lnSpc>
              <a:spcBef>
                <a:spcPts val="0"/>
              </a:spcBef>
              <a:spcAft>
                <a:spcPts val="0"/>
              </a:spcAft>
              <a:buNone/>
            </a:pPr>
            <a:r>
              <a:rPr lang="en" sz="1150">
                <a:solidFill>
                  <a:srgbClr val="ECEFF1"/>
                </a:solidFill>
                <a:latin typeface="Roboto Mono"/>
                <a:ea typeface="Roboto Mono"/>
                <a:cs typeface="Roboto Mono"/>
                <a:sym typeface="Roboto Mono"/>
              </a:rPr>
              <a:t>&lt;button onClick={someJSFunction}&gt;</a:t>
            </a:r>
            <a:r>
              <a:rPr lang="en" sz="1150">
                <a:solidFill>
                  <a:srgbClr val="CE93D8"/>
                </a:solidFill>
                <a:latin typeface="Roboto Mono"/>
                <a:ea typeface="Roboto Mono"/>
                <a:cs typeface="Roboto Mono"/>
                <a:sym typeface="Roboto Mono"/>
              </a:rPr>
              <a:t>Clicker</a:t>
            </a:r>
            <a:r>
              <a:rPr lang="en" sz="1150">
                <a:solidFill>
                  <a:srgbClr val="ECEFF1"/>
                </a:solidFill>
                <a:latin typeface="Roboto Mono"/>
                <a:ea typeface="Roboto Mono"/>
                <a:cs typeface="Roboto Mono"/>
                <a:sym typeface="Roboto Mono"/>
              </a:rPr>
              <a:t>&lt;/button&gt;</a:t>
            </a:r>
            <a:endParaRPr sz="1150">
              <a:solidFill>
                <a:srgbClr val="ECEFF1"/>
              </a:solidFill>
              <a:latin typeface="Roboto Mono"/>
              <a:ea typeface="Roboto Mono"/>
              <a:cs typeface="Roboto Mono"/>
              <a:sym typeface="Roboto Mono"/>
            </a:endParaRPr>
          </a:p>
        </p:txBody>
      </p:sp>
      <p:sp>
        <p:nvSpPr>
          <p:cNvPr id="90" name="Google Shape;90;p17"/>
          <p:cNvSpPr txBox="1">
            <a:spLocks noGrp="1"/>
          </p:cNvSpPr>
          <p:nvPr>
            <p:ph type="body" idx="1"/>
          </p:nvPr>
        </p:nvSpPr>
        <p:spPr>
          <a:xfrm>
            <a:off x="5631950" y="3963550"/>
            <a:ext cx="3276600" cy="10287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a:t>Documentation:</a:t>
            </a:r>
            <a:br>
              <a:rPr lang="en" sz="1400"/>
            </a:br>
            <a:r>
              <a:rPr lang="en" sz="1400" u="sng">
                <a:solidFill>
                  <a:schemeClr val="hlink"/>
                </a:solidFill>
                <a:hlinkClick r:id="rId3"/>
              </a:rPr>
              <a:t>Handling Events in React</a:t>
            </a:r>
            <a:br>
              <a:rPr lang="en" sz="1400"/>
            </a:br>
            <a:r>
              <a:rPr lang="en" sz="1400" u="sng">
                <a:solidFill>
                  <a:schemeClr val="hlink"/>
                </a:solidFill>
                <a:hlinkClick r:id="rId4"/>
              </a:rPr>
              <a:t>Events Documentation in React</a:t>
            </a:r>
            <a:br>
              <a:rPr lang="en" sz="1400"/>
            </a:br>
            <a:endParaRPr sz="14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8"/>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Events Examples</a:t>
            </a:r>
            <a:endParaRPr/>
          </a:p>
        </p:txBody>
      </p:sp>
      <p:sp>
        <p:nvSpPr>
          <p:cNvPr id="96" name="Google Shape;96;p18"/>
          <p:cNvSpPr txBox="1">
            <a:spLocks noGrp="1"/>
          </p:cNvSpPr>
          <p:nvPr>
            <p:ph type="body" idx="1"/>
          </p:nvPr>
        </p:nvSpPr>
        <p:spPr>
          <a:xfrm>
            <a:off x="458850" y="1365900"/>
            <a:ext cx="3276600" cy="36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u="sng">
                <a:solidFill>
                  <a:schemeClr val="hlink"/>
                </a:solidFill>
                <a:hlinkClick r:id="rId3"/>
              </a:rPr>
              <a:t>Example 1</a:t>
            </a:r>
            <a:r>
              <a:rPr lang="en" sz="1400" u="sng">
                <a:solidFill>
                  <a:schemeClr val="hlink"/>
                </a:solidFill>
                <a:hlinkClick r:id="rId3"/>
              </a:rPr>
              <a:t>: Listening to Keys</a:t>
            </a:r>
            <a:br>
              <a:rPr lang="en" sz="1400" u="sng">
                <a:solidFill>
                  <a:schemeClr val="hlink"/>
                </a:solidFill>
                <a:hlinkClick r:id="rId3"/>
              </a:rPr>
            </a:br>
            <a:endParaRPr sz="1400"/>
          </a:p>
        </p:txBody>
      </p:sp>
      <p:sp>
        <p:nvSpPr>
          <p:cNvPr id="97" name="Google Shape;97;p18"/>
          <p:cNvSpPr txBox="1"/>
          <p:nvPr/>
        </p:nvSpPr>
        <p:spPr>
          <a:xfrm>
            <a:off x="498925" y="1735800"/>
            <a:ext cx="3371700" cy="2346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dirty="0">
                <a:solidFill>
                  <a:srgbClr val="4DD0E1"/>
                </a:solidFill>
                <a:latin typeface="Roboto Mono"/>
                <a:ea typeface="Roboto Mono"/>
                <a:cs typeface="Roboto Mono"/>
                <a:sym typeface="Roboto Mono"/>
              </a:rPr>
              <a:t>const</a:t>
            </a:r>
            <a:r>
              <a:rPr lang="en" sz="1150" dirty="0">
                <a:solidFill>
                  <a:srgbClr val="ECEFF1"/>
                </a:solidFill>
                <a:latin typeface="Roboto Mono"/>
                <a:ea typeface="Roboto Mono"/>
                <a:cs typeface="Roboto Mono"/>
                <a:sym typeface="Roboto Mono"/>
              </a:rPr>
              <a:t> changeHandler = (event) =&gt;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console.log(event.target.value);</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4DD0E1"/>
                </a:solidFill>
                <a:latin typeface="Roboto Mono"/>
                <a:ea typeface="Roboto Mono"/>
                <a:cs typeface="Roboto Mono"/>
                <a:sym typeface="Roboto Mono"/>
              </a:rPr>
              <a:t>const</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App</a:t>
            </a:r>
            <a:r>
              <a:rPr lang="en" sz="1150" dirty="0">
                <a:solidFill>
                  <a:srgbClr val="ECEFF1"/>
                </a:solidFill>
                <a:latin typeface="Roboto Mono"/>
                <a:ea typeface="Roboto Mono"/>
                <a:cs typeface="Roboto Mono"/>
                <a:sym typeface="Roboto Mono"/>
              </a:rPr>
              <a:t> = () =&gt;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4DD0E1"/>
                </a:solidFill>
                <a:latin typeface="Roboto Mono"/>
                <a:ea typeface="Roboto Mono"/>
                <a:cs typeface="Roboto Mono"/>
                <a:sym typeface="Roboto Mono"/>
              </a:rPr>
              <a:t>return</a:t>
            </a:r>
            <a:r>
              <a:rPr lang="en" sz="1150" dirty="0">
                <a:solidFill>
                  <a:srgbClr val="ECEFF1"/>
                </a:solidFill>
                <a:latin typeface="Roboto Mono"/>
                <a:ea typeface="Roboto Mono"/>
                <a:cs typeface="Roboto Mono"/>
                <a:sym typeface="Roboto Mono"/>
              </a:rPr>
              <a:t> (&lt;div&gt;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&lt;h1&gt;</a:t>
            </a:r>
            <a:r>
              <a:rPr lang="en" sz="1150" dirty="0">
                <a:solidFill>
                  <a:srgbClr val="CE93D8"/>
                </a:solidFill>
                <a:latin typeface="Roboto Mono"/>
                <a:ea typeface="Roboto Mono"/>
                <a:cs typeface="Roboto Mono"/>
                <a:sym typeface="Roboto Mono"/>
              </a:rPr>
              <a:t>Second</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Example</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Event</a:t>
            </a:r>
            <a:r>
              <a:rPr lang="en" sz="1150" dirty="0">
                <a:solidFill>
                  <a:srgbClr val="ECEFF1"/>
                </a:solidFill>
                <a:latin typeface="Roboto Mono"/>
                <a:ea typeface="Roboto Mono"/>
                <a:cs typeface="Roboto Mono"/>
                <a:sym typeface="Roboto Mono"/>
              </a:rPr>
              <a:t>&lt;/h1&gt;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&lt;input</a:t>
            </a:r>
            <a:endParaRPr sz="1150" dirty="0">
              <a:solidFill>
                <a:srgbClr val="ECEFF1"/>
              </a:solidFill>
              <a:latin typeface="Roboto Mono"/>
              <a:ea typeface="Roboto Mono"/>
              <a:cs typeface="Roboto Mono"/>
              <a:sym typeface="Roboto Mono"/>
            </a:endParaRPr>
          </a:p>
          <a:p>
            <a:pPr lvl="0"/>
            <a:r>
              <a:rPr lang="en" sz="1150" dirty="0">
                <a:solidFill>
                  <a:srgbClr val="ECEFF1"/>
                </a:solidFill>
                <a:latin typeface="Roboto Mono"/>
                <a:ea typeface="Roboto Mono"/>
                <a:cs typeface="Roboto Mono"/>
                <a:sym typeface="Roboto Mono"/>
              </a:rPr>
              <a:t>      onChange={changeHandler}</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type=</a:t>
            </a:r>
            <a:r>
              <a:rPr lang="en" sz="1150" dirty="0">
                <a:solidFill>
                  <a:srgbClr val="9CCC65"/>
                </a:solidFill>
                <a:latin typeface="Roboto Mono"/>
                <a:ea typeface="Roboto Mono"/>
                <a:cs typeface="Roboto Mono"/>
                <a:sym typeface="Roboto Mono"/>
              </a:rPr>
              <a:t>"text"</a:t>
            </a:r>
            <a:r>
              <a:rPr lang="en" sz="1150" dirty="0">
                <a:solidFill>
                  <a:srgbClr val="ECEFF1"/>
                </a:solidFill>
                <a:latin typeface="Roboto Mono"/>
                <a:ea typeface="Roboto Mono"/>
                <a:cs typeface="Roboto Mono"/>
                <a:sym typeface="Roboto Mono"/>
              </a:rPr>
              <a:t>/&gt;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&lt;/div&gt;);</a:t>
            </a:r>
            <a:endParaRPr sz="1150" dirty="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dirty="0">
                <a:solidFill>
                  <a:srgbClr val="ECEFF1"/>
                </a:solidFill>
                <a:latin typeface="Roboto Mono"/>
                <a:ea typeface="Roboto Mono"/>
                <a:cs typeface="Roboto Mono"/>
                <a:sym typeface="Roboto Mono"/>
              </a:rPr>
              <a:t>}</a:t>
            </a:r>
            <a:endParaRPr sz="1150" dirty="0">
              <a:solidFill>
                <a:srgbClr val="ECEFF1"/>
              </a:solidFill>
              <a:latin typeface="Roboto Mono"/>
              <a:ea typeface="Roboto Mono"/>
              <a:cs typeface="Roboto Mono"/>
              <a:sym typeface="Roboto Mono"/>
            </a:endParaRPr>
          </a:p>
        </p:txBody>
      </p:sp>
      <p:sp>
        <p:nvSpPr>
          <p:cNvPr id="98" name="Google Shape;98;p18"/>
          <p:cNvSpPr txBox="1">
            <a:spLocks noGrp="1"/>
          </p:cNvSpPr>
          <p:nvPr>
            <p:ph type="body" idx="1"/>
          </p:nvPr>
        </p:nvSpPr>
        <p:spPr>
          <a:xfrm>
            <a:off x="4399200" y="1365900"/>
            <a:ext cx="3276600" cy="36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u="sng">
                <a:solidFill>
                  <a:schemeClr val="hlink"/>
                </a:solidFill>
                <a:hlinkClick r:id="rId4"/>
              </a:rPr>
              <a:t>Example 2: Listening to clicks</a:t>
            </a:r>
            <a:endParaRPr sz="1400"/>
          </a:p>
        </p:txBody>
      </p:sp>
      <p:sp>
        <p:nvSpPr>
          <p:cNvPr id="99" name="Google Shape;99;p18"/>
          <p:cNvSpPr txBox="1"/>
          <p:nvPr/>
        </p:nvSpPr>
        <p:spPr>
          <a:xfrm>
            <a:off x="4325200" y="1735800"/>
            <a:ext cx="4619100" cy="300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solidFill>
                  <a:srgbClr val="4DD0E1"/>
                </a:solidFill>
                <a:latin typeface="Roboto Mono"/>
                <a:ea typeface="Roboto Mono"/>
                <a:cs typeface="Roboto Mono"/>
                <a:sym typeface="Roboto Mono"/>
              </a:rPr>
              <a:t>const</a:t>
            </a:r>
            <a:r>
              <a:rPr lang="en" sz="1150">
                <a:solidFill>
                  <a:srgbClr val="ECEFF1"/>
                </a:solidFill>
                <a:latin typeface="Roboto Mono"/>
                <a:ea typeface="Roboto Mono"/>
                <a:cs typeface="Roboto Mono"/>
                <a:sym typeface="Roboto Mono"/>
              </a:rPr>
              <a:t> linkClickHandler = (event) =&gt;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F06292"/>
                </a:solidFill>
                <a:latin typeface="Roboto Mono"/>
                <a:ea typeface="Roboto Mono"/>
                <a:cs typeface="Roboto Mono"/>
                <a:sym typeface="Roboto Mono"/>
              </a:rPr>
              <a:t>// some event methods stay the same!</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event.preventDefault();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event.stopPropagation();</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console.log(</a:t>
            </a:r>
            <a:r>
              <a:rPr lang="en" sz="1150">
                <a:solidFill>
                  <a:srgbClr val="9CCC65"/>
                </a:solidFill>
                <a:latin typeface="Roboto Mono"/>
                <a:ea typeface="Roboto Mono"/>
                <a:cs typeface="Roboto Mono"/>
                <a:sym typeface="Roboto Mono"/>
              </a:rPr>
              <a:t>"link clicked!"</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4DD0E1"/>
                </a:solidFill>
                <a:latin typeface="Roboto Mono"/>
                <a:ea typeface="Roboto Mono"/>
                <a:cs typeface="Roboto Mono"/>
                <a:sym typeface="Roboto Mono"/>
              </a:rPr>
              <a:t>const</a:t>
            </a:r>
            <a:r>
              <a:rPr lang="en" sz="1150">
                <a:solidFill>
                  <a:srgbClr val="ECEFF1"/>
                </a:solidFill>
                <a:latin typeface="Roboto Mono"/>
                <a:ea typeface="Roboto Mono"/>
                <a:cs typeface="Roboto Mono"/>
                <a:sym typeface="Roboto Mono"/>
              </a:rPr>
              <a:t> </a:t>
            </a:r>
            <a:r>
              <a:rPr lang="en" sz="1150">
                <a:solidFill>
                  <a:srgbClr val="CE93D8"/>
                </a:solidFill>
                <a:latin typeface="Roboto Mono"/>
                <a:ea typeface="Roboto Mono"/>
                <a:cs typeface="Roboto Mono"/>
                <a:sym typeface="Roboto Mono"/>
              </a:rPr>
              <a:t>App</a:t>
            </a:r>
            <a:r>
              <a:rPr lang="en" sz="1150">
                <a:solidFill>
                  <a:srgbClr val="ECEFF1"/>
                </a:solidFill>
                <a:latin typeface="Roboto Mono"/>
                <a:ea typeface="Roboto Mono"/>
                <a:cs typeface="Roboto Mono"/>
                <a:sym typeface="Roboto Mono"/>
              </a:rPr>
              <a:t> = () =&gt;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return</a:t>
            </a:r>
            <a:r>
              <a:rPr lang="en" sz="1150">
                <a:solidFill>
                  <a:srgbClr val="ECEFF1"/>
                </a:solidFill>
                <a:latin typeface="Roboto Mono"/>
                <a:ea typeface="Roboto Mono"/>
                <a:cs typeface="Roboto Mono"/>
                <a:sym typeface="Roboto Mono"/>
              </a:rPr>
              <a:t> (&lt;div&gt;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&lt;h1&gt;</a:t>
            </a:r>
            <a:r>
              <a:rPr lang="en" sz="1150">
                <a:solidFill>
                  <a:srgbClr val="CE93D8"/>
                </a:solidFill>
                <a:latin typeface="Roboto Mono"/>
                <a:ea typeface="Roboto Mono"/>
                <a:cs typeface="Roboto Mono"/>
                <a:sym typeface="Roboto Mono"/>
              </a:rPr>
              <a:t>Example</a:t>
            </a:r>
            <a:r>
              <a:rPr lang="en" sz="1150">
                <a:solidFill>
                  <a:srgbClr val="ECEFF1"/>
                </a:solidFill>
                <a:latin typeface="Roboto Mono"/>
                <a:ea typeface="Roboto Mono"/>
                <a:cs typeface="Roboto Mono"/>
                <a:sym typeface="Roboto Mono"/>
              </a:rPr>
              <a:t> </a:t>
            </a:r>
            <a:r>
              <a:rPr lang="en" sz="1150">
                <a:solidFill>
                  <a:srgbClr val="4DD0E1"/>
                </a:solidFill>
                <a:latin typeface="Roboto Mono"/>
                <a:ea typeface="Roboto Mono"/>
                <a:cs typeface="Roboto Mono"/>
                <a:sym typeface="Roboto Mono"/>
              </a:rPr>
              <a:t>of</a:t>
            </a:r>
            <a:r>
              <a:rPr lang="en" sz="1150">
                <a:solidFill>
                  <a:srgbClr val="ECEFF1"/>
                </a:solidFill>
                <a:latin typeface="Roboto Mono"/>
                <a:ea typeface="Roboto Mono"/>
                <a:cs typeface="Roboto Mono"/>
                <a:sym typeface="Roboto Mono"/>
              </a:rPr>
              <a:t> </a:t>
            </a:r>
            <a:r>
              <a:rPr lang="en" sz="1150">
                <a:solidFill>
                  <a:srgbClr val="CE93D8"/>
                </a:solidFill>
                <a:latin typeface="Roboto Mono"/>
                <a:ea typeface="Roboto Mono"/>
                <a:cs typeface="Roboto Mono"/>
                <a:sym typeface="Roboto Mono"/>
              </a:rPr>
              <a:t>Click</a:t>
            </a:r>
            <a:r>
              <a:rPr lang="en" sz="1150">
                <a:solidFill>
                  <a:srgbClr val="ECEFF1"/>
                </a:solidFill>
                <a:latin typeface="Roboto Mono"/>
                <a:ea typeface="Roboto Mono"/>
                <a:cs typeface="Roboto Mono"/>
                <a:sym typeface="Roboto Mono"/>
              </a:rPr>
              <a:t> events&lt;/h1&gt;          </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&lt;a onClick={(event) =&gt; linkClickHandler(event)}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href=</a:t>
            </a:r>
            <a:r>
              <a:rPr lang="en" sz="1150">
                <a:solidFill>
                  <a:srgbClr val="9CCC65"/>
                </a:solidFill>
                <a:latin typeface="Roboto Mono"/>
                <a:ea typeface="Roboto Mono"/>
                <a:cs typeface="Roboto Mono"/>
                <a:sym typeface="Roboto Mono"/>
              </a:rPr>
              <a:t>"https://www.nhl.com"</a:t>
            </a:r>
            <a:r>
              <a:rPr lang="en" sz="1150">
                <a:solidFill>
                  <a:srgbClr val="ECEFF1"/>
                </a:solidFill>
                <a:latin typeface="Roboto Mono"/>
                <a:ea typeface="Roboto Mono"/>
                <a:cs typeface="Roboto Mono"/>
                <a:sym typeface="Roboto Mono"/>
              </a:rPr>
              <a:t>&gt;</a:t>
            </a:r>
            <a:r>
              <a:rPr lang="en" sz="1150">
                <a:solidFill>
                  <a:srgbClr val="CE93D8"/>
                </a:solidFill>
                <a:latin typeface="Roboto Mono"/>
                <a:ea typeface="Roboto Mono"/>
                <a:cs typeface="Roboto Mono"/>
                <a:sym typeface="Roboto Mono"/>
              </a:rPr>
              <a:t>External</a:t>
            </a:r>
            <a:r>
              <a:rPr lang="en" sz="1150">
                <a:solidFill>
                  <a:srgbClr val="ECEFF1"/>
                </a:solidFill>
                <a:latin typeface="Roboto Mono"/>
                <a:ea typeface="Roboto Mono"/>
                <a:cs typeface="Roboto Mono"/>
                <a:sym typeface="Roboto Mono"/>
              </a:rPr>
              <a:t> </a:t>
            </a:r>
            <a:r>
              <a:rPr lang="en" sz="1150">
                <a:solidFill>
                  <a:srgbClr val="CE93D8"/>
                </a:solidFill>
                <a:latin typeface="Roboto Mono"/>
                <a:ea typeface="Roboto Mono"/>
                <a:cs typeface="Roboto Mono"/>
                <a:sym typeface="Roboto Mono"/>
              </a:rPr>
              <a:t>Link</a:t>
            </a:r>
            <a:r>
              <a:rPr lang="en" sz="1150">
                <a:solidFill>
                  <a:srgbClr val="ECEFF1"/>
                </a:solidFill>
                <a:latin typeface="Roboto Mono"/>
                <a:ea typeface="Roboto Mono"/>
                <a:cs typeface="Roboto Mono"/>
                <a:sym typeface="Roboto Mono"/>
              </a:rPr>
              <a:t>&lt;/a&gt;</a:t>
            </a:r>
            <a:endParaRPr sz="115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a:solidFill>
                  <a:srgbClr val="ECEFF1"/>
                </a:solidFill>
                <a:latin typeface="Roboto Mono"/>
                <a:ea typeface="Roboto Mono"/>
                <a:cs typeface="Roboto Mono"/>
                <a:sym typeface="Roboto Mono"/>
              </a:rPr>
              <a:t>  &lt;/div&gt;);</a:t>
            </a:r>
            <a:endParaRPr sz="11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3"/>
        <p:cNvGrpSpPr/>
        <p:nvPr/>
      </p:nvGrpSpPr>
      <p:grpSpPr>
        <a:xfrm>
          <a:off x="0" y="0"/>
          <a:ext cx="0" cy="0"/>
          <a:chOff x="0" y="0"/>
          <a:chExt cx="0" cy="0"/>
        </a:xfrm>
      </p:grpSpPr>
      <p:sp>
        <p:nvSpPr>
          <p:cNvPr id="104" name="Google Shape;104;p19"/>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State What is that?</a:t>
            </a:r>
            <a:endParaRPr/>
          </a:p>
        </p:txBody>
      </p:sp>
      <p:sp>
        <p:nvSpPr>
          <p:cNvPr id="105" name="Google Shape;105;p19"/>
          <p:cNvSpPr txBox="1">
            <a:spLocks noGrp="1"/>
          </p:cNvSpPr>
          <p:nvPr>
            <p:ph type="body" idx="1"/>
          </p:nvPr>
        </p:nvSpPr>
        <p:spPr>
          <a:xfrm>
            <a:off x="387900" y="1185024"/>
            <a:ext cx="83682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400" dirty="0"/>
              <a:t>So far we've rendered elements (say for component App) on our user interface (UI) basically the same way for all of our apps so far. Just like this:</a:t>
            </a:r>
            <a:br>
              <a:rPr lang="en" sz="1400" dirty="0"/>
            </a:br>
            <a:br>
              <a:rPr lang="en" sz="1400" dirty="0"/>
            </a:br>
            <a:br>
              <a:rPr lang="en" sz="1400" dirty="0"/>
            </a:br>
            <a:br>
              <a:rPr lang="en" sz="1400" dirty="0"/>
            </a:br>
            <a:r>
              <a:rPr lang="en" sz="1400" dirty="0"/>
              <a:t>With this we render a static UI on a page which is great, but isn't what we want to do all the time because not all pages are static. This means that we are going to be making pages “stateful” by modifying its’ state by changing what’s rendered on the page.</a:t>
            </a:r>
            <a:endParaRPr sz="1400" dirty="0"/>
          </a:p>
          <a:p>
            <a:pPr marL="0" lvl="0" indent="0" algn="l" rtl="0">
              <a:spcBef>
                <a:spcPts val="1600"/>
              </a:spcBef>
              <a:spcAft>
                <a:spcPts val="0"/>
              </a:spcAft>
              <a:buNone/>
            </a:pPr>
            <a:r>
              <a:rPr lang="en" sz="1400" dirty="0"/>
              <a:t>We want things to change on our UI and rerender our changes if we:</a:t>
            </a:r>
            <a:endParaRPr sz="1400" dirty="0"/>
          </a:p>
          <a:p>
            <a:pPr marL="457200" lvl="0" indent="-317500" algn="l" rtl="0">
              <a:spcBef>
                <a:spcPts val="1600"/>
              </a:spcBef>
              <a:spcAft>
                <a:spcPts val="0"/>
              </a:spcAft>
              <a:buSzPts val="1400"/>
              <a:buChar char="●"/>
            </a:pPr>
            <a:r>
              <a:rPr lang="en" sz="1400" dirty="0"/>
              <a:t>make a request to a server</a:t>
            </a:r>
            <a:endParaRPr sz="1400" dirty="0"/>
          </a:p>
          <a:p>
            <a:pPr marL="457200" lvl="0" indent="-317500" algn="l" rtl="0">
              <a:spcBef>
                <a:spcPts val="0"/>
              </a:spcBef>
              <a:spcAft>
                <a:spcPts val="0"/>
              </a:spcAft>
              <a:buSzPts val="1400"/>
              <a:buChar char="●"/>
            </a:pPr>
            <a:r>
              <a:rPr lang="en" sz="1400" dirty="0"/>
              <a:t>handle an event (Which we just looked at.)</a:t>
            </a:r>
            <a:endParaRPr sz="1400" dirty="0"/>
          </a:p>
          <a:p>
            <a:pPr marL="457200" lvl="0" indent="-317500" algn="l" rtl="0">
              <a:spcBef>
                <a:spcPts val="0"/>
              </a:spcBef>
              <a:spcAft>
                <a:spcPts val="0"/>
              </a:spcAft>
              <a:buSzPts val="1400"/>
              <a:buChar char="●"/>
            </a:pPr>
            <a:r>
              <a:rPr lang="en" sz="1400" dirty="0"/>
              <a:t>data (shared between components) that changes from another component re-renders our current component (we'll talk about this in the future.)</a:t>
            </a:r>
            <a:endParaRPr sz="1400" dirty="0"/>
          </a:p>
          <a:p>
            <a:pPr marL="0" lvl="0" indent="0" algn="l" rtl="0">
              <a:spcBef>
                <a:spcPts val="1600"/>
              </a:spcBef>
              <a:spcAft>
                <a:spcPts val="0"/>
              </a:spcAft>
              <a:buNone/>
            </a:pPr>
            <a:endParaRPr sz="1400" dirty="0"/>
          </a:p>
          <a:p>
            <a:pPr marL="0" lvl="0" indent="0" algn="l" rtl="0">
              <a:spcBef>
                <a:spcPts val="1600"/>
              </a:spcBef>
              <a:spcAft>
                <a:spcPts val="0"/>
              </a:spcAft>
              <a:buNone/>
            </a:pPr>
            <a:endParaRPr sz="1400" dirty="0"/>
          </a:p>
          <a:p>
            <a:pPr marL="0" lvl="0" indent="0" algn="l" rtl="0">
              <a:spcBef>
                <a:spcPts val="1600"/>
              </a:spcBef>
              <a:spcAft>
                <a:spcPts val="1600"/>
              </a:spcAft>
              <a:buNone/>
            </a:pPr>
            <a:endParaRPr sz="1400" dirty="0"/>
          </a:p>
        </p:txBody>
      </p:sp>
      <p:sp>
        <p:nvSpPr>
          <p:cNvPr id="106" name="Google Shape;106;p19"/>
          <p:cNvSpPr txBox="1"/>
          <p:nvPr/>
        </p:nvSpPr>
        <p:spPr>
          <a:xfrm>
            <a:off x="821475" y="1764375"/>
            <a:ext cx="7104600" cy="55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solidFill>
                  <a:srgbClr val="4DD0E1"/>
                </a:solidFill>
                <a:latin typeface="Roboto Mono"/>
                <a:ea typeface="Roboto Mono"/>
                <a:cs typeface="Roboto Mono"/>
                <a:sym typeface="Roboto Mono"/>
              </a:rPr>
              <a:t>const</a:t>
            </a:r>
            <a:r>
              <a:rPr lang="en" sz="1150">
                <a:solidFill>
                  <a:srgbClr val="ECEFF1"/>
                </a:solidFill>
                <a:latin typeface="Roboto Mono"/>
                <a:ea typeface="Roboto Mono"/>
                <a:cs typeface="Roboto Mono"/>
                <a:sym typeface="Roboto Mono"/>
              </a:rPr>
              <a:t> domContainer = document.querySelector(</a:t>
            </a:r>
            <a:r>
              <a:rPr lang="en" sz="1150">
                <a:solidFill>
                  <a:srgbClr val="9CCC65"/>
                </a:solidFill>
                <a:latin typeface="Roboto Mono"/>
                <a:ea typeface="Roboto Mono"/>
                <a:cs typeface="Roboto Mono"/>
                <a:sym typeface="Roboto Mono"/>
              </a:rPr>
              <a:t>"#react-container"</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a:solidFill>
                  <a:srgbClr val="CE93D8"/>
                </a:solidFill>
                <a:latin typeface="Roboto Mono"/>
                <a:ea typeface="Roboto Mono"/>
                <a:cs typeface="Roboto Mono"/>
                <a:sym typeface="Roboto Mono"/>
              </a:rPr>
              <a:t>ReactDOM</a:t>
            </a:r>
            <a:r>
              <a:rPr lang="en" sz="1150">
                <a:solidFill>
                  <a:srgbClr val="ECEFF1"/>
                </a:solidFill>
                <a:latin typeface="Roboto Mono"/>
                <a:ea typeface="Roboto Mono"/>
                <a:cs typeface="Roboto Mono"/>
                <a:sym typeface="Roboto Mono"/>
              </a:rPr>
              <a:t>.render(&lt;</a:t>
            </a:r>
            <a:r>
              <a:rPr lang="en" sz="1150">
                <a:solidFill>
                  <a:srgbClr val="CE93D8"/>
                </a:solidFill>
                <a:latin typeface="Roboto Mono"/>
                <a:ea typeface="Roboto Mono"/>
                <a:cs typeface="Roboto Mono"/>
                <a:sym typeface="Roboto Mono"/>
              </a:rPr>
              <a:t>App</a:t>
            </a:r>
            <a:r>
              <a:rPr lang="en" sz="1150">
                <a:solidFill>
                  <a:srgbClr val="ECEFF1"/>
                </a:solidFill>
                <a:latin typeface="Roboto Mono"/>
                <a:ea typeface="Roboto Mono"/>
                <a:cs typeface="Roboto Mono"/>
                <a:sym typeface="Roboto Mono"/>
              </a:rPr>
              <a:t>/&gt;, domContainer);</a:t>
            </a:r>
            <a:endParaRPr sz="1150">
              <a:solidFill>
                <a:srgbClr val="ECEFF1"/>
              </a:solidFill>
              <a:latin typeface="Roboto Mono"/>
              <a:ea typeface="Roboto Mono"/>
              <a:cs typeface="Roboto Mono"/>
              <a:sym typeface="Roboto Mon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0"/>
        <p:cNvGrpSpPr/>
        <p:nvPr/>
      </p:nvGrpSpPr>
      <p:grpSpPr>
        <a:xfrm>
          <a:off x="0" y="0"/>
          <a:ext cx="0" cy="0"/>
          <a:chOff x="0" y="0"/>
          <a:chExt cx="0" cy="0"/>
        </a:xfrm>
      </p:grpSpPr>
      <p:sp>
        <p:nvSpPr>
          <p:cNvPr id="111" name="Google Shape;111;p20"/>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State Hooks and how they Work.</a:t>
            </a:r>
            <a:endParaRPr/>
          </a:p>
        </p:txBody>
      </p:sp>
      <p:sp>
        <p:nvSpPr>
          <p:cNvPr id="112" name="Google Shape;112;p20"/>
          <p:cNvSpPr txBox="1">
            <a:spLocks noGrp="1"/>
          </p:cNvSpPr>
          <p:nvPr>
            <p:ph type="body" idx="1"/>
          </p:nvPr>
        </p:nvSpPr>
        <p:spPr>
          <a:xfrm>
            <a:off x="387900" y="1270775"/>
            <a:ext cx="8553600" cy="2907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200"/>
              <a:t>Before we just created static function based components. With use State you can create a stateful components so they will have values that update the UI.</a:t>
            </a:r>
            <a:endParaRPr sz="1200"/>
          </a:p>
          <a:p>
            <a:pPr marL="0" lvl="0" indent="0" algn="l" rtl="0">
              <a:spcBef>
                <a:spcPts val="1600"/>
              </a:spcBef>
              <a:spcAft>
                <a:spcPts val="0"/>
              </a:spcAft>
              <a:buNone/>
            </a:pPr>
            <a:r>
              <a:rPr lang="en" sz="1200"/>
              <a:t>What do they look like? All useState values will look like the following.</a:t>
            </a:r>
            <a:endParaRPr sz="1200"/>
          </a:p>
          <a:p>
            <a:pPr marL="0" lvl="0" indent="0" algn="l" rtl="0">
              <a:spcBef>
                <a:spcPts val="1600"/>
              </a:spcBef>
              <a:spcAft>
                <a:spcPts val="0"/>
              </a:spcAft>
              <a:buNone/>
            </a:pPr>
            <a:endParaRPr sz="1200"/>
          </a:p>
          <a:p>
            <a:pPr marL="457200" lvl="0" indent="-304800" algn="l" rtl="0">
              <a:spcBef>
                <a:spcPts val="1600"/>
              </a:spcBef>
              <a:spcAft>
                <a:spcPts val="0"/>
              </a:spcAft>
              <a:buSzPts val="1200"/>
              <a:buChar char="●"/>
            </a:pPr>
            <a:r>
              <a:rPr lang="en" sz="1200">
                <a:solidFill>
                  <a:srgbClr val="ECEFF1"/>
                </a:solidFill>
                <a:latin typeface="Roboto Mono"/>
                <a:ea typeface="Roboto Mono"/>
                <a:cs typeface="Roboto Mono"/>
                <a:sym typeface="Roboto Mono"/>
              </a:rPr>
              <a:t>inputValue</a:t>
            </a:r>
            <a:r>
              <a:rPr lang="en" sz="1200"/>
              <a:t> is the value that you're making "stateful"</a:t>
            </a:r>
            <a:endParaRPr sz="1200"/>
          </a:p>
          <a:p>
            <a:pPr marL="457200" lvl="0" indent="-304800" algn="l" rtl="0">
              <a:spcBef>
                <a:spcPts val="0"/>
              </a:spcBef>
              <a:spcAft>
                <a:spcPts val="0"/>
              </a:spcAft>
              <a:buSzPts val="1200"/>
              <a:buChar char="●"/>
            </a:pPr>
            <a:r>
              <a:rPr lang="en" sz="1200">
                <a:solidFill>
                  <a:srgbClr val="ECEFF1"/>
                </a:solidFill>
                <a:latin typeface="Roboto Mono"/>
                <a:ea typeface="Roboto Mono"/>
                <a:cs typeface="Roboto Mono"/>
                <a:sym typeface="Roboto Mono"/>
              </a:rPr>
              <a:t>setInputValue</a:t>
            </a:r>
            <a:r>
              <a:rPr lang="en" sz="1200"/>
              <a:t> is a function that allows you to set the inputValue to a new value, and how you trigger the state change.</a:t>
            </a:r>
            <a:endParaRPr sz="1200"/>
          </a:p>
          <a:p>
            <a:pPr marL="457200" lvl="0" indent="-304800" algn="l" rtl="0">
              <a:spcBef>
                <a:spcPts val="0"/>
              </a:spcBef>
              <a:spcAft>
                <a:spcPts val="0"/>
              </a:spcAft>
              <a:buSzPts val="1200"/>
              <a:buChar char="●"/>
            </a:pPr>
            <a:r>
              <a:rPr lang="en" sz="1200">
                <a:solidFill>
                  <a:srgbClr val="CE93D8"/>
                </a:solidFill>
                <a:latin typeface="Roboto Mono"/>
                <a:ea typeface="Roboto Mono"/>
                <a:cs typeface="Roboto Mono"/>
                <a:sym typeface="Roboto Mono"/>
              </a:rPr>
              <a:t>React</a:t>
            </a:r>
            <a:r>
              <a:rPr lang="en" sz="1200">
                <a:solidFill>
                  <a:srgbClr val="ECEFF1"/>
                </a:solidFill>
                <a:latin typeface="Roboto Mono"/>
                <a:ea typeface="Roboto Mono"/>
                <a:cs typeface="Roboto Mono"/>
                <a:sym typeface="Roboto Mono"/>
              </a:rPr>
              <a:t>.useState</a:t>
            </a:r>
            <a:r>
              <a:rPr lang="en" sz="1200"/>
              <a:t> (or just useState once we import it from React from ES6 classes) takes in one parameter, which is the initial value. In this example it’s: </a:t>
            </a:r>
            <a:r>
              <a:rPr lang="en" sz="1200">
                <a:solidFill>
                  <a:srgbClr val="9CCC65"/>
                </a:solidFill>
                <a:latin typeface="Roboto Mono"/>
                <a:ea typeface="Roboto Mono"/>
                <a:cs typeface="Roboto Mono"/>
                <a:sym typeface="Roboto Mono"/>
              </a:rPr>
              <a:t>"&lt;Initial Value&gt;"</a:t>
            </a:r>
            <a:r>
              <a:rPr lang="en" sz="1200"/>
              <a:t> </a:t>
            </a:r>
            <a:endParaRPr sz="1200"/>
          </a:p>
          <a:p>
            <a:pPr marL="0" lvl="0" indent="0" algn="l" rtl="0">
              <a:spcBef>
                <a:spcPts val="1600"/>
              </a:spcBef>
              <a:spcAft>
                <a:spcPts val="0"/>
              </a:spcAft>
              <a:buNone/>
            </a:pPr>
            <a:r>
              <a:rPr lang="en" sz="1200"/>
              <a:t>Rules of useState:</a:t>
            </a:r>
            <a:endParaRPr sz="1200"/>
          </a:p>
          <a:p>
            <a:pPr marL="457200" lvl="0" indent="-304800" algn="l" rtl="0">
              <a:spcBef>
                <a:spcPts val="1600"/>
              </a:spcBef>
              <a:spcAft>
                <a:spcPts val="0"/>
              </a:spcAft>
              <a:buSzPts val="1200"/>
              <a:buAutoNum type="arabicPeriod"/>
            </a:pPr>
            <a:r>
              <a:rPr lang="en" sz="1200"/>
              <a:t>You need to call </a:t>
            </a:r>
            <a:r>
              <a:rPr lang="en" sz="1200">
                <a:solidFill>
                  <a:srgbClr val="ECEFF1"/>
                </a:solidFill>
                <a:latin typeface="Roboto Mono"/>
                <a:ea typeface="Roboto Mono"/>
                <a:cs typeface="Roboto Mono"/>
                <a:sym typeface="Roboto Mono"/>
              </a:rPr>
              <a:t>useState</a:t>
            </a:r>
            <a:r>
              <a:rPr lang="en" sz="1200"/>
              <a:t> in root of the function. IE. you can't create them within a funciton or event handler.</a:t>
            </a:r>
            <a:endParaRPr sz="1200"/>
          </a:p>
          <a:p>
            <a:pPr marL="457200" lvl="0" indent="-304800" algn="l" rtl="0">
              <a:spcBef>
                <a:spcPts val="0"/>
              </a:spcBef>
              <a:spcAft>
                <a:spcPts val="0"/>
              </a:spcAft>
              <a:buSzPts val="1200"/>
              <a:buAutoNum type="arabicPeriod"/>
            </a:pPr>
            <a:r>
              <a:rPr lang="en" sz="1200"/>
              <a:t>using the "</a:t>
            </a:r>
            <a:r>
              <a:rPr lang="en" sz="1150">
                <a:solidFill>
                  <a:srgbClr val="ECEFF1"/>
                </a:solidFill>
                <a:latin typeface="Roboto Mono"/>
                <a:ea typeface="Roboto Mono"/>
                <a:cs typeface="Roboto Mono"/>
                <a:sym typeface="Roboto Mono"/>
              </a:rPr>
              <a:t>setInputValue</a:t>
            </a:r>
            <a:r>
              <a:rPr lang="en" sz="1200"/>
              <a:t>" is what you would call in your functions, event handlers, and Promises within functions.</a:t>
            </a:r>
            <a:endParaRPr sz="1200"/>
          </a:p>
          <a:p>
            <a:pPr marL="0" lvl="0" indent="0" algn="l" rtl="0">
              <a:spcBef>
                <a:spcPts val="1600"/>
              </a:spcBef>
              <a:spcAft>
                <a:spcPts val="1600"/>
              </a:spcAft>
              <a:buNone/>
            </a:pPr>
            <a:endParaRPr sz="1200"/>
          </a:p>
        </p:txBody>
      </p:sp>
      <p:sp>
        <p:nvSpPr>
          <p:cNvPr id="113" name="Google Shape;113;p20"/>
          <p:cNvSpPr txBox="1"/>
          <p:nvPr/>
        </p:nvSpPr>
        <p:spPr>
          <a:xfrm>
            <a:off x="458600" y="2233400"/>
            <a:ext cx="6584400" cy="331500"/>
          </a:xfrm>
          <a:prstGeom prst="rect">
            <a:avLst/>
          </a:prstGeom>
          <a:noFill/>
          <a:ln>
            <a:noFill/>
          </a:ln>
        </p:spPr>
        <p:txBody>
          <a:bodyPr spcFirstLastPara="1" wrap="square" lIns="91425" tIns="91425" rIns="91425" bIns="91425" anchor="t" anchorCtr="0">
            <a:noAutofit/>
          </a:bodyPr>
          <a:lstStyle/>
          <a:p>
            <a:pPr marL="0" lvl="0" indent="0" algn="l" rtl="0">
              <a:lnSpc>
                <a:spcPct val="146739"/>
              </a:lnSpc>
              <a:spcBef>
                <a:spcPts val="0"/>
              </a:spcBef>
              <a:spcAft>
                <a:spcPts val="0"/>
              </a:spcAft>
              <a:buNone/>
            </a:pPr>
            <a:r>
              <a:rPr lang="en" sz="1150">
                <a:solidFill>
                  <a:srgbClr val="4DD0E1"/>
                </a:solidFill>
                <a:latin typeface="Roboto Mono"/>
                <a:ea typeface="Roboto Mono"/>
                <a:cs typeface="Roboto Mono"/>
                <a:sym typeface="Roboto Mono"/>
              </a:rPr>
              <a:t>const</a:t>
            </a:r>
            <a:r>
              <a:rPr lang="en" sz="1150">
                <a:solidFill>
                  <a:srgbClr val="ECEFF1"/>
                </a:solidFill>
                <a:latin typeface="Roboto Mono"/>
                <a:ea typeface="Roboto Mono"/>
                <a:cs typeface="Roboto Mono"/>
                <a:sym typeface="Roboto Mono"/>
              </a:rPr>
              <a:t> [inputValue, setInputValue] = </a:t>
            </a:r>
            <a:r>
              <a:rPr lang="en" sz="1150">
                <a:solidFill>
                  <a:srgbClr val="CE93D8"/>
                </a:solidFill>
                <a:latin typeface="Roboto Mono"/>
                <a:ea typeface="Roboto Mono"/>
                <a:cs typeface="Roboto Mono"/>
                <a:sym typeface="Roboto Mono"/>
              </a:rPr>
              <a:t>React</a:t>
            </a:r>
            <a:r>
              <a:rPr lang="en" sz="1150">
                <a:solidFill>
                  <a:srgbClr val="ECEFF1"/>
                </a:solidFill>
                <a:latin typeface="Roboto Mono"/>
                <a:ea typeface="Roboto Mono"/>
                <a:cs typeface="Roboto Mono"/>
                <a:sym typeface="Roboto Mono"/>
              </a:rPr>
              <a:t>.useState(</a:t>
            </a:r>
            <a:r>
              <a:rPr lang="en" sz="1150">
                <a:solidFill>
                  <a:srgbClr val="9CCC65"/>
                </a:solidFill>
                <a:latin typeface="Roboto Mono"/>
                <a:ea typeface="Roboto Mono"/>
                <a:cs typeface="Roboto Mono"/>
                <a:sym typeface="Roboto Mono"/>
              </a:rPr>
              <a:t>"&lt;Initial Value&gt;"</a:t>
            </a:r>
            <a:r>
              <a:rPr lang="en" sz="1150">
                <a:solidFill>
                  <a:srgbClr val="ECEFF1"/>
                </a:solidFill>
                <a:latin typeface="Roboto Mono"/>
                <a:ea typeface="Roboto Mono"/>
                <a:cs typeface="Roboto Mono"/>
                <a:sym typeface="Roboto Mono"/>
              </a:rPr>
              <a:t>)</a:t>
            </a:r>
            <a:endParaRPr sz="1150">
              <a:solidFill>
                <a:srgbClr val="ECEFF1"/>
              </a:solidFill>
              <a:latin typeface="Roboto Mono"/>
              <a:ea typeface="Roboto Mono"/>
              <a:cs typeface="Roboto Mono"/>
              <a:sym typeface="Roboto Mon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1"/>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State Hook Examples 1</a:t>
            </a:r>
            <a:endParaRPr/>
          </a:p>
        </p:txBody>
      </p:sp>
      <p:sp>
        <p:nvSpPr>
          <p:cNvPr id="119" name="Google Shape;119;p21"/>
          <p:cNvSpPr txBox="1"/>
          <p:nvPr/>
        </p:nvSpPr>
        <p:spPr>
          <a:xfrm>
            <a:off x="782500" y="1736775"/>
            <a:ext cx="5305800" cy="2519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dirty="0">
                <a:solidFill>
                  <a:srgbClr val="4DD0E1"/>
                </a:solidFill>
                <a:latin typeface="Roboto Mono"/>
                <a:ea typeface="Roboto Mono"/>
                <a:cs typeface="Roboto Mono"/>
                <a:sym typeface="Roboto Mono"/>
              </a:rPr>
              <a:t>const</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App</a:t>
            </a:r>
            <a:r>
              <a:rPr lang="en" sz="1150" dirty="0">
                <a:solidFill>
                  <a:srgbClr val="ECEFF1"/>
                </a:solidFill>
                <a:latin typeface="Roboto Mono"/>
                <a:ea typeface="Roboto Mono"/>
                <a:cs typeface="Roboto Mono"/>
                <a:sym typeface="Roboto Mono"/>
              </a:rPr>
              <a:t> = () =&gt;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4DD0E1"/>
                </a:solidFill>
                <a:latin typeface="Roboto Mono"/>
                <a:ea typeface="Roboto Mono"/>
                <a:cs typeface="Roboto Mono"/>
                <a:sym typeface="Roboto Mono"/>
              </a:rPr>
              <a:t>  const</a:t>
            </a:r>
            <a:r>
              <a:rPr lang="en" sz="1150" dirty="0">
                <a:solidFill>
                  <a:srgbClr val="ECEFF1"/>
                </a:solidFill>
                <a:latin typeface="Roboto Mono"/>
                <a:ea typeface="Roboto Mono"/>
                <a:cs typeface="Roboto Mono"/>
                <a:sym typeface="Roboto Mono"/>
              </a:rPr>
              <a:t> [inputValue, setInputValue] = </a:t>
            </a:r>
            <a:r>
              <a:rPr lang="en" sz="1150" dirty="0">
                <a:solidFill>
                  <a:srgbClr val="CE93D8"/>
                </a:solidFill>
                <a:latin typeface="Roboto Mono"/>
                <a:ea typeface="Roboto Mono"/>
                <a:cs typeface="Roboto Mono"/>
                <a:sym typeface="Roboto Mono"/>
              </a:rPr>
              <a:t>React</a:t>
            </a:r>
            <a:r>
              <a:rPr lang="en" sz="1150" dirty="0">
                <a:solidFill>
                  <a:srgbClr val="ECEFF1"/>
                </a:solidFill>
                <a:latin typeface="Roboto Mono"/>
                <a:ea typeface="Roboto Mono"/>
                <a:cs typeface="Roboto Mono"/>
                <a:sym typeface="Roboto Mono"/>
              </a:rPr>
              <a:t>.useState(</a:t>
            </a:r>
            <a:r>
              <a:rPr lang="en" sz="1150" dirty="0">
                <a:solidFill>
                  <a:srgbClr val="9CCC65"/>
                </a:solidFill>
                <a:latin typeface="Roboto Mono"/>
                <a:ea typeface="Roboto Mono"/>
                <a:cs typeface="Roboto Mono"/>
                <a:sym typeface="Roboto Mono"/>
              </a:rPr>
              <a:t>""</a:t>
            </a:r>
            <a:r>
              <a:rPr lang="en" sz="1150" dirty="0">
                <a:solidFill>
                  <a:srgbClr val="ECEFF1"/>
                </a:solidFill>
                <a:latin typeface="Roboto Mono"/>
                <a:ea typeface="Roboto Mono"/>
                <a:cs typeface="Roboto Mono"/>
                <a:sym typeface="Roboto Mono"/>
              </a:rPr>
              <a: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4DD0E1"/>
                </a:solidFill>
                <a:latin typeface="Roboto Mono"/>
                <a:ea typeface="Roboto Mono"/>
                <a:cs typeface="Roboto Mono"/>
                <a:sym typeface="Roboto Mono"/>
              </a:rPr>
              <a:t>const</a:t>
            </a:r>
            <a:r>
              <a:rPr lang="en" sz="1150" dirty="0">
                <a:solidFill>
                  <a:srgbClr val="ECEFF1"/>
                </a:solidFill>
                <a:latin typeface="Roboto Mono"/>
                <a:ea typeface="Roboto Mono"/>
                <a:cs typeface="Roboto Mono"/>
                <a:sym typeface="Roboto Mono"/>
              </a:rPr>
              <a:t> keyUpHandler = (event) =&gt;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setInputValue(event.target.value);</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4DD0E1"/>
                </a:solidFill>
                <a:latin typeface="Roboto Mono"/>
                <a:ea typeface="Roboto Mono"/>
                <a:cs typeface="Roboto Mono"/>
                <a:sym typeface="Roboto Mono"/>
              </a:rPr>
              <a:t>return</a:t>
            </a:r>
            <a:r>
              <a:rPr lang="en" sz="1150" dirty="0">
                <a:solidFill>
                  <a:srgbClr val="ECEFF1"/>
                </a:solidFill>
                <a:latin typeface="Roboto Mono"/>
                <a:ea typeface="Roboto Mono"/>
                <a:cs typeface="Roboto Mono"/>
                <a:sym typeface="Roboto Mono"/>
              </a:rPr>
              <a:t> (&lt;div&gt;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&lt;h1&gt;</a:t>
            </a:r>
            <a:r>
              <a:rPr lang="en" sz="1150" dirty="0">
                <a:solidFill>
                  <a:srgbClr val="CE93D8"/>
                </a:solidFill>
                <a:latin typeface="Roboto Mono"/>
                <a:ea typeface="Roboto Mono"/>
                <a:cs typeface="Roboto Mono"/>
                <a:sym typeface="Roboto Mono"/>
              </a:rPr>
              <a:t>Second</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Example</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Event</a:t>
            </a:r>
            <a:r>
              <a:rPr lang="en" sz="1150" dirty="0">
                <a:solidFill>
                  <a:srgbClr val="ECEFF1"/>
                </a:solidFill>
                <a:latin typeface="Roboto Mono"/>
                <a:ea typeface="Roboto Mono"/>
                <a:cs typeface="Roboto Mono"/>
                <a:sym typeface="Roboto Mono"/>
              </a:rPr>
              <a:t>&lt;/h1&gt;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&lt;input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onChange={keyUpHandler}</a:t>
            </a:r>
            <a:br>
              <a:rPr lang="en" sz="1150" dirty="0">
                <a:solidFill>
                  <a:srgbClr val="ECEFF1"/>
                </a:solidFill>
                <a:latin typeface="Roboto Mono"/>
                <a:ea typeface="Roboto Mono"/>
                <a:cs typeface="Roboto Mono"/>
                <a:sym typeface="Roboto Mono"/>
              </a:rPr>
            </a:br>
            <a:r>
              <a:rPr lang="en" sz="1150" dirty="0">
                <a:solidFill>
                  <a:srgbClr val="ECEFF1"/>
                </a:solidFill>
                <a:latin typeface="Roboto Mono"/>
                <a:ea typeface="Roboto Mono"/>
                <a:cs typeface="Roboto Mono"/>
                <a:sym typeface="Roboto Mono"/>
              </a:rPr>
              <a:t>      value={inputValue}</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type=</a:t>
            </a:r>
            <a:r>
              <a:rPr lang="en" sz="1150" dirty="0">
                <a:solidFill>
                  <a:srgbClr val="9CCC65"/>
                </a:solidFill>
                <a:latin typeface="Roboto Mono"/>
                <a:ea typeface="Roboto Mono"/>
                <a:cs typeface="Roboto Mono"/>
                <a:sym typeface="Roboto Mono"/>
              </a:rPr>
              <a:t>"text"</a:t>
            </a:r>
            <a:r>
              <a:rPr lang="en" sz="1150" dirty="0">
                <a:solidFill>
                  <a:srgbClr val="ECEFF1"/>
                </a:solidFill>
                <a:latin typeface="Roboto Mono"/>
                <a:ea typeface="Roboto Mono"/>
                <a:cs typeface="Roboto Mono"/>
                <a:sym typeface="Roboto Mono"/>
              </a:rPr>
              <a:t>/&gt;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&lt;p&gt;</a:t>
            </a:r>
            <a:r>
              <a:rPr lang="en" sz="1150" dirty="0">
                <a:solidFill>
                  <a:srgbClr val="CE93D8"/>
                </a:solidFill>
                <a:latin typeface="Roboto Mono"/>
                <a:ea typeface="Roboto Mono"/>
                <a:cs typeface="Roboto Mono"/>
                <a:sym typeface="Roboto Mono"/>
              </a:rPr>
              <a:t>The</a:t>
            </a:r>
            <a:r>
              <a:rPr lang="en" sz="1150" dirty="0">
                <a:solidFill>
                  <a:srgbClr val="ECEFF1"/>
                </a:solidFill>
                <a:latin typeface="Roboto Mono"/>
                <a:ea typeface="Roboto Mono"/>
                <a:cs typeface="Roboto Mono"/>
                <a:sym typeface="Roboto Mono"/>
              </a:rPr>
              <a:t> text is: {inputValue}&lt;/p&gt;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&lt;/div&gt;);</a:t>
            </a:r>
            <a:endParaRPr sz="1150" dirty="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dirty="0">
                <a:solidFill>
                  <a:srgbClr val="ECEFF1"/>
                </a:solidFill>
                <a:latin typeface="Roboto Mono"/>
                <a:ea typeface="Roboto Mono"/>
                <a:cs typeface="Roboto Mono"/>
                <a:sym typeface="Roboto Mono"/>
              </a:rPr>
              <a:t>}</a:t>
            </a:r>
            <a:endParaRPr sz="1150" dirty="0">
              <a:solidFill>
                <a:srgbClr val="ECEFF1"/>
              </a:solidFill>
              <a:latin typeface="Roboto Mono"/>
              <a:ea typeface="Roboto Mono"/>
              <a:cs typeface="Roboto Mono"/>
              <a:sym typeface="Roboto Mono"/>
            </a:endParaRPr>
          </a:p>
        </p:txBody>
      </p:sp>
      <p:sp>
        <p:nvSpPr>
          <p:cNvPr id="120" name="Google Shape;120;p21"/>
          <p:cNvSpPr txBox="1"/>
          <p:nvPr/>
        </p:nvSpPr>
        <p:spPr>
          <a:xfrm>
            <a:off x="706150" y="1345575"/>
            <a:ext cx="3000000" cy="39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a:solidFill>
                  <a:srgbClr val="FFFFFF"/>
                </a:solidFill>
              </a:rPr>
              <a:t>Example 1: (</a:t>
            </a:r>
            <a:r>
              <a:rPr lang="en" u="sng">
                <a:solidFill>
                  <a:schemeClr val="hlink"/>
                </a:solidFill>
                <a:hlinkClick r:id="rId3"/>
              </a:rPr>
              <a:t>live demo</a:t>
            </a:r>
            <a:r>
              <a:rPr lang="en">
                <a:solidFill>
                  <a:srgbClr val="FFFFFF"/>
                </a:solidFill>
              </a:rPr>
              <a:t>)</a:t>
            </a:r>
            <a:endParaRPr>
              <a:solidFill>
                <a:srgbClr val="FFFFFF"/>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22"/>
          <p:cNvSpPr txBox="1">
            <a:spLocks noGrp="1"/>
          </p:cNvSpPr>
          <p:nvPr>
            <p:ph type="title"/>
          </p:nvPr>
        </p:nvSpPr>
        <p:spPr>
          <a:xfrm>
            <a:off x="387900" y="467550"/>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State Hook Examples 2</a:t>
            </a:r>
            <a:endParaRPr/>
          </a:p>
        </p:txBody>
      </p:sp>
      <p:sp>
        <p:nvSpPr>
          <p:cNvPr id="126" name="Google Shape;126;p22"/>
          <p:cNvSpPr txBox="1"/>
          <p:nvPr/>
        </p:nvSpPr>
        <p:spPr>
          <a:xfrm>
            <a:off x="429425" y="1277250"/>
            <a:ext cx="3000000" cy="391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dirty="0">
                <a:solidFill>
                  <a:srgbClr val="FFFFFF"/>
                </a:solidFill>
              </a:rPr>
              <a:t>Example 2: (In Class Demo)</a:t>
            </a:r>
            <a:endParaRPr dirty="0">
              <a:solidFill>
                <a:srgbClr val="FFFFFF"/>
              </a:solidFill>
            </a:endParaRPr>
          </a:p>
        </p:txBody>
      </p:sp>
      <p:sp>
        <p:nvSpPr>
          <p:cNvPr id="127" name="Google Shape;127;p22"/>
          <p:cNvSpPr txBox="1"/>
          <p:nvPr/>
        </p:nvSpPr>
        <p:spPr>
          <a:xfrm>
            <a:off x="429425" y="1668450"/>
            <a:ext cx="6478500" cy="300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dirty="0">
                <a:solidFill>
                  <a:srgbClr val="4DD0E1"/>
                </a:solidFill>
                <a:latin typeface="Roboto Mono"/>
                <a:ea typeface="Roboto Mono"/>
                <a:cs typeface="Roboto Mono"/>
                <a:sym typeface="Roboto Mono"/>
              </a:rPr>
              <a:t>const</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App</a:t>
            </a:r>
            <a:r>
              <a:rPr lang="en" sz="1150" dirty="0">
                <a:solidFill>
                  <a:srgbClr val="ECEFF1"/>
                </a:solidFill>
                <a:latin typeface="Roboto Mono"/>
                <a:ea typeface="Roboto Mono"/>
                <a:cs typeface="Roboto Mono"/>
                <a:sym typeface="Roboto Mono"/>
              </a:rPr>
              <a:t> = () =&gt;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4DD0E1"/>
                </a:solidFill>
                <a:latin typeface="Roboto Mono"/>
                <a:ea typeface="Roboto Mono"/>
                <a:cs typeface="Roboto Mono"/>
                <a:sym typeface="Roboto Mono"/>
              </a:rPr>
              <a:t>const</a:t>
            </a:r>
            <a:r>
              <a:rPr lang="en" sz="1150" dirty="0">
                <a:solidFill>
                  <a:srgbClr val="ECEFF1"/>
                </a:solidFill>
                <a:latin typeface="Roboto Mono"/>
                <a:ea typeface="Roboto Mono"/>
                <a:cs typeface="Roboto Mono"/>
                <a:sym typeface="Roboto Mono"/>
              </a:rPr>
              <a:t> [clicked, setClicked] = </a:t>
            </a:r>
            <a:r>
              <a:rPr lang="en" sz="1150" dirty="0">
                <a:solidFill>
                  <a:srgbClr val="CE93D8"/>
                </a:solidFill>
                <a:latin typeface="Roboto Mono"/>
                <a:ea typeface="Roboto Mono"/>
                <a:cs typeface="Roboto Mono"/>
                <a:sym typeface="Roboto Mono"/>
              </a:rPr>
              <a:t>React</a:t>
            </a:r>
            <a:r>
              <a:rPr lang="en" sz="1150" dirty="0">
                <a:solidFill>
                  <a:srgbClr val="ECEFF1"/>
                </a:solidFill>
                <a:latin typeface="Roboto Mono"/>
                <a:ea typeface="Roboto Mono"/>
                <a:cs typeface="Roboto Mono"/>
                <a:sym typeface="Roboto Mono"/>
              </a:rPr>
              <a:t>.useState(</a:t>
            </a:r>
            <a:r>
              <a:rPr lang="en" sz="1150" dirty="0">
                <a:solidFill>
                  <a:srgbClr val="FBC02D"/>
                </a:solidFill>
                <a:latin typeface="Roboto Mono"/>
                <a:ea typeface="Roboto Mono"/>
                <a:cs typeface="Roboto Mono"/>
                <a:sym typeface="Roboto Mono"/>
              </a:rPr>
              <a:t>0</a:t>
            </a:r>
            <a:r>
              <a:rPr lang="en" sz="1150" dirty="0">
                <a:solidFill>
                  <a:srgbClr val="ECEFF1"/>
                </a:solidFill>
                <a:latin typeface="Roboto Mono"/>
                <a:ea typeface="Roboto Mono"/>
                <a:cs typeface="Roboto Mono"/>
                <a:sym typeface="Roboto Mono"/>
              </a:rPr>
              <a: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4DD0E1"/>
                </a:solidFill>
                <a:latin typeface="Roboto Mono"/>
                <a:ea typeface="Roboto Mono"/>
                <a:cs typeface="Roboto Mono"/>
                <a:sym typeface="Roboto Mono"/>
              </a:rPr>
              <a:t>const</a:t>
            </a:r>
            <a:r>
              <a:rPr lang="en" sz="1150" dirty="0">
                <a:solidFill>
                  <a:srgbClr val="ECEFF1"/>
                </a:solidFill>
                <a:latin typeface="Roboto Mono"/>
                <a:ea typeface="Roboto Mono"/>
                <a:cs typeface="Roboto Mono"/>
                <a:sym typeface="Roboto Mono"/>
              </a:rPr>
              <a:t> clickHandler = (event) =&gt;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4DD0E1"/>
                </a:solidFill>
                <a:latin typeface="Roboto Mono"/>
                <a:ea typeface="Roboto Mono"/>
                <a:cs typeface="Roboto Mono"/>
                <a:sym typeface="Roboto Mono"/>
              </a:rPr>
              <a:t>let</a:t>
            </a:r>
            <a:r>
              <a:rPr lang="en" sz="1150" dirty="0">
                <a:solidFill>
                  <a:srgbClr val="ECEFF1"/>
                </a:solidFill>
                <a:latin typeface="Roboto Mono"/>
                <a:ea typeface="Roboto Mono"/>
                <a:cs typeface="Roboto Mono"/>
                <a:sym typeface="Roboto Mono"/>
              </a:rPr>
              <a:t> newClickedValue = clicked + </a:t>
            </a:r>
            <a:r>
              <a:rPr lang="en" sz="1150" dirty="0">
                <a:solidFill>
                  <a:srgbClr val="FBC02D"/>
                </a:solidFill>
                <a:latin typeface="Roboto Mono"/>
                <a:ea typeface="Roboto Mono"/>
                <a:cs typeface="Roboto Mono"/>
                <a:sym typeface="Roboto Mono"/>
              </a:rPr>
              <a:t>1</a:t>
            </a:r>
            <a:r>
              <a:rPr lang="en" sz="1150" dirty="0">
                <a:solidFill>
                  <a:srgbClr val="ECEFF1"/>
                </a:solidFill>
                <a:latin typeface="Roboto Mono"/>
                <a:ea typeface="Roboto Mono"/>
                <a:cs typeface="Roboto Mono"/>
                <a:sym typeface="Roboto Mono"/>
              </a:rPr>
              <a: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setClicked(newClickedValue);</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4DD0E1"/>
                </a:solidFill>
                <a:latin typeface="Roboto Mono"/>
                <a:ea typeface="Roboto Mono"/>
                <a:cs typeface="Roboto Mono"/>
                <a:sym typeface="Roboto Mono"/>
              </a:rPr>
              <a:t>return</a:t>
            </a:r>
            <a:r>
              <a:rPr lang="en" sz="1150" dirty="0">
                <a:solidFill>
                  <a:srgbClr val="ECEFF1"/>
                </a:solidFill>
                <a:latin typeface="Roboto Mono"/>
                <a:ea typeface="Roboto Mono"/>
                <a:cs typeface="Roboto Mono"/>
                <a:sym typeface="Roboto Mono"/>
              </a:rPr>
              <a:t> (&lt;div&gt;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&lt;p&gt;clicked {clicked} times &lt;/p&gt;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&lt;button</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onClick={(event)=&gt; clickHandler(event)}&gt;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Ultimate</a:t>
            </a:r>
            <a:r>
              <a:rPr lang="en" sz="1150" dirty="0">
                <a:solidFill>
                  <a:srgbClr val="ECEFF1"/>
                </a:solidFill>
                <a:latin typeface="Roboto Mono"/>
                <a:ea typeface="Roboto Mono"/>
                <a:cs typeface="Roboto Mono"/>
                <a:sym typeface="Roboto Mono"/>
              </a:rPr>
              <a:t> </a:t>
            </a:r>
            <a:r>
              <a:rPr lang="en" sz="1150" dirty="0">
                <a:solidFill>
                  <a:srgbClr val="CE93D8"/>
                </a:solidFill>
                <a:latin typeface="Roboto Mono"/>
                <a:ea typeface="Roboto Mono"/>
                <a:cs typeface="Roboto Mono"/>
                <a:sym typeface="Roboto Mono"/>
              </a:rPr>
              <a:t>Clicker</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&lt;/button&gt;</a:t>
            </a:r>
            <a:endParaRPr sz="11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150" dirty="0">
                <a:solidFill>
                  <a:srgbClr val="ECEFF1"/>
                </a:solidFill>
                <a:latin typeface="Roboto Mono"/>
                <a:ea typeface="Roboto Mono"/>
                <a:cs typeface="Roboto Mono"/>
                <a:sym typeface="Roboto Mono"/>
              </a:rPr>
              <a:t>    &lt;/div&gt;);</a:t>
            </a:r>
            <a:endParaRPr sz="1150" dirty="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150" dirty="0">
                <a:solidFill>
                  <a:srgbClr val="ECEFF1"/>
                </a:solidFill>
                <a:latin typeface="Roboto Mono"/>
                <a:ea typeface="Roboto Mono"/>
                <a:cs typeface="Roboto Mono"/>
                <a:sym typeface="Roboto Mono"/>
              </a:rPr>
              <a:t>}</a:t>
            </a:r>
            <a:endParaRPr sz="1150" dirty="0">
              <a:solidFill>
                <a:srgbClr val="ECEFF1"/>
              </a:solidFill>
              <a:latin typeface="Roboto Mono"/>
              <a:ea typeface="Roboto Mono"/>
              <a:cs typeface="Roboto Mono"/>
              <a:sym typeface="Roboto Mon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3"/>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JSX Conditionals - Ternary Operators</a:t>
            </a:r>
            <a:endParaRPr/>
          </a:p>
        </p:txBody>
      </p:sp>
      <p:sp>
        <p:nvSpPr>
          <p:cNvPr id="133" name="Google Shape;133;p23"/>
          <p:cNvSpPr txBox="1">
            <a:spLocks noGrp="1"/>
          </p:cNvSpPr>
          <p:nvPr>
            <p:ph type="body" idx="1"/>
          </p:nvPr>
        </p:nvSpPr>
        <p:spPr>
          <a:xfrm>
            <a:off x="387900" y="1261225"/>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100" dirty="0"/>
              <a:t>A lot of the time you want to display different things depending on a certain condition or value, and you can use ternary values to do this. Let’s take  look at an example on the right.</a:t>
            </a:r>
            <a:endParaRPr sz="1100" dirty="0"/>
          </a:p>
          <a:p>
            <a:pPr marL="0" lvl="0" indent="0" algn="l" rtl="0">
              <a:spcBef>
                <a:spcPts val="1600"/>
              </a:spcBef>
              <a:spcAft>
                <a:spcPts val="0"/>
              </a:spcAft>
              <a:buNone/>
            </a:pPr>
            <a:r>
              <a:rPr lang="en" sz="1100" dirty="0"/>
              <a:t>First we observe that we have a stateful variable “</a:t>
            </a:r>
            <a:r>
              <a:rPr lang="en" sz="950" dirty="0">
                <a:solidFill>
                  <a:srgbClr val="ECEFF1"/>
                </a:solidFill>
                <a:latin typeface="Roboto Mono"/>
                <a:ea typeface="Roboto Mono"/>
                <a:cs typeface="Roboto Mono"/>
                <a:sym typeface="Roboto Mono"/>
              </a:rPr>
              <a:t>on</a:t>
            </a:r>
            <a:r>
              <a:rPr lang="en" sz="1100" dirty="0"/>
              <a:t>” that is a boolean.</a:t>
            </a:r>
            <a:endParaRPr sz="1100" dirty="0"/>
          </a:p>
          <a:p>
            <a:pPr marL="0" lvl="0" indent="0" algn="l" rtl="0">
              <a:spcBef>
                <a:spcPts val="1600"/>
              </a:spcBef>
              <a:spcAft>
                <a:spcPts val="0"/>
              </a:spcAft>
              <a:buNone/>
            </a:pPr>
            <a:r>
              <a:rPr lang="en" sz="1100" dirty="0"/>
              <a:t>In the JSX under the button we have “</a:t>
            </a:r>
            <a:r>
              <a:rPr lang="en" sz="950" dirty="0">
                <a:solidFill>
                  <a:srgbClr val="ECEFF1"/>
                </a:solidFill>
                <a:latin typeface="Roboto Mono"/>
                <a:ea typeface="Roboto Mono"/>
                <a:cs typeface="Roboto Mono"/>
                <a:sym typeface="Roboto Mono"/>
              </a:rPr>
              <a:t>on ?</a:t>
            </a:r>
            <a:r>
              <a:rPr lang="en" sz="1100" dirty="0"/>
              <a:t>” indicating we’re using a ternary that is evaluating whether the condition “</a:t>
            </a:r>
            <a:r>
              <a:rPr lang="en" sz="950" dirty="0">
                <a:solidFill>
                  <a:srgbClr val="ECEFF1"/>
                </a:solidFill>
                <a:latin typeface="Roboto Mono"/>
                <a:ea typeface="Roboto Mono"/>
                <a:cs typeface="Roboto Mono"/>
                <a:sym typeface="Roboto Mono"/>
              </a:rPr>
              <a:t>on</a:t>
            </a:r>
            <a:r>
              <a:rPr lang="en" sz="1100" dirty="0"/>
              <a:t>” is true or false.</a:t>
            </a:r>
            <a:endParaRPr sz="1100" dirty="0"/>
          </a:p>
          <a:p>
            <a:pPr marL="0" lvl="0" indent="0" algn="l" rtl="0">
              <a:spcBef>
                <a:spcPts val="1600"/>
              </a:spcBef>
              <a:spcAft>
                <a:spcPts val="1600"/>
              </a:spcAft>
              <a:buNone/>
            </a:pPr>
            <a:r>
              <a:rPr lang="en" sz="1100" dirty="0"/>
              <a:t>After the ternary we have the conditions to display “</a:t>
            </a:r>
            <a:r>
              <a:rPr lang="en" sz="950" dirty="0">
                <a:solidFill>
                  <a:srgbClr val="ECEFF1"/>
                </a:solidFill>
                <a:latin typeface="Roboto Mono"/>
                <a:ea typeface="Roboto Mono"/>
                <a:cs typeface="Roboto Mono"/>
                <a:sym typeface="Roboto Mono"/>
              </a:rPr>
              <a:t>&lt;p&gt;value of on is "true"&lt;/p&gt; : &lt;p&gt;value of on is "false"&lt;/p&gt;</a:t>
            </a:r>
            <a:r>
              <a:rPr lang="en" sz="1100" dirty="0"/>
              <a:t>“. Before the colon “</a:t>
            </a:r>
            <a:r>
              <a:rPr lang="en" sz="950" dirty="0">
                <a:solidFill>
                  <a:srgbClr val="ECEFF1"/>
                </a:solidFill>
                <a:latin typeface="Roboto Mono"/>
                <a:ea typeface="Roboto Mono"/>
                <a:cs typeface="Roboto Mono"/>
                <a:sym typeface="Roboto Mono"/>
              </a:rPr>
              <a:t>:</a:t>
            </a:r>
            <a:r>
              <a:rPr lang="en" sz="1100" dirty="0"/>
              <a:t>” is the what will be displayed when “</a:t>
            </a:r>
            <a:r>
              <a:rPr lang="en" sz="950" dirty="0">
                <a:solidFill>
                  <a:srgbClr val="ECEFF1"/>
                </a:solidFill>
                <a:latin typeface="Roboto Mono"/>
                <a:ea typeface="Roboto Mono"/>
                <a:cs typeface="Roboto Mono"/>
                <a:sym typeface="Roboto Mono"/>
              </a:rPr>
              <a:t>on</a:t>
            </a:r>
            <a:r>
              <a:rPr lang="en" sz="1100" dirty="0"/>
              <a:t>” is true. After the colon “</a:t>
            </a:r>
            <a:r>
              <a:rPr lang="en" sz="950" dirty="0">
                <a:solidFill>
                  <a:srgbClr val="ECEFF1"/>
                </a:solidFill>
                <a:latin typeface="Roboto Mono"/>
                <a:ea typeface="Roboto Mono"/>
                <a:cs typeface="Roboto Mono"/>
                <a:sym typeface="Roboto Mono"/>
              </a:rPr>
              <a:t>:</a:t>
            </a:r>
            <a:r>
              <a:rPr lang="en" sz="1100" dirty="0"/>
              <a:t>”  is what will be displayed if “</a:t>
            </a:r>
            <a:r>
              <a:rPr lang="en" sz="950" dirty="0">
                <a:solidFill>
                  <a:srgbClr val="ECEFF1"/>
                </a:solidFill>
                <a:latin typeface="Roboto Mono"/>
                <a:ea typeface="Roboto Mono"/>
                <a:cs typeface="Roboto Mono"/>
                <a:sym typeface="Roboto Mono"/>
              </a:rPr>
              <a:t>on</a:t>
            </a:r>
            <a:r>
              <a:rPr lang="en" sz="1100" dirty="0"/>
              <a:t>” is false.</a:t>
            </a:r>
            <a:endParaRPr sz="1100" dirty="0"/>
          </a:p>
        </p:txBody>
      </p:sp>
      <p:sp>
        <p:nvSpPr>
          <p:cNvPr id="134" name="Google Shape;134;p23"/>
          <p:cNvSpPr txBox="1">
            <a:spLocks noGrp="1"/>
          </p:cNvSpPr>
          <p:nvPr>
            <p:ph type="body" idx="2"/>
          </p:nvPr>
        </p:nvSpPr>
        <p:spPr>
          <a:xfrm>
            <a:off x="4861625" y="1117825"/>
            <a:ext cx="2174100" cy="3720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Example of </a:t>
            </a:r>
            <a:r>
              <a:rPr lang="en" u="sng">
                <a:solidFill>
                  <a:schemeClr val="hlink"/>
                </a:solidFill>
                <a:hlinkClick r:id="rId3"/>
              </a:rPr>
              <a:t>JSX Ternary</a:t>
            </a:r>
            <a:endParaRPr/>
          </a:p>
        </p:txBody>
      </p:sp>
      <p:sp>
        <p:nvSpPr>
          <p:cNvPr id="135" name="Google Shape;135;p23"/>
          <p:cNvSpPr txBox="1"/>
          <p:nvPr/>
        </p:nvSpPr>
        <p:spPr>
          <a:xfrm>
            <a:off x="4861625" y="1516125"/>
            <a:ext cx="4387800" cy="34170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50" dirty="0">
                <a:solidFill>
                  <a:srgbClr val="4DD0E1"/>
                </a:solidFill>
                <a:latin typeface="Roboto Mono"/>
                <a:ea typeface="Roboto Mono"/>
                <a:cs typeface="Roboto Mono"/>
                <a:sym typeface="Roboto Mono"/>
              </a:rPr>
              <a:t>import</a:t>
            </a:r>
            <a:r>
              <a:rPr lang="en" sz="1050" dirty="0">
                <a:solidFill>
                  <a:srgbClr val="ECEFF1"/>
                </a:solidFill>
                <a:latin typeface="Roboto Mono"/>
                <a:ea typeface="Roboto Mono"/>
                <a:cs typeface="Roboto Mono"/>
                <a:sym typeface="Roboto Mono"/>
              </a:rPr>
              <a:t> { useState } </a:t>
            </a:r>
            <a:r>
              <a:rPr lang="en" sz="1050" dirty="0">
                <a:solidFill>
                  <a:srgbClr val="4DD0E1"/>
                </a:solidFill>
                <a:latin typeface="Roboto Mono"/>
                <a:ea typeface="Roboto Mono"/>
                <a:cs typeface="Roboto Mono"/>
                <a:sym typeface="Roboto Mono"/>
              </a:rPr>
              <a:t>from</a:t>
            </a:r>
            <a:r>
              <a:rPr lang="en" sz="1050" dirty="0">
                <a:solidFill>
                  <a:srgbClr val="ECEFF1"/>
                </a:solidFill>
                <a:latin typeface="Roboto Mono"/>
                <a:ea typeface="Roboto Mono"/>
                <a:cs typeface="Roboto Mono"/>
                <a:sym typeface="Roboto Mono"/>
              </a:rPr>
              <a:t> </a:t>
            </a:r>
            <a:r>
              <a:rPr lang="en" sz="1050" dirty="0">
                <a:solidFill>
                  <a:srgbClr val="9CCC65"/>
                </a:solidFill>
                <a:latin typeface="Roboto Mono"/>
                <a:ea typeface="Roboto Mono"/>
                <a:cs typeface="Roboto Mono"/>
                <a:sym typeface="Roboto Mono"/>
              </a:rPr>
              <a:t>"react"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4DD0E1"/>
                </a:solidFill>
                <a:latin typeface="Roboto Mono"/>
                <a:ea typeface="Roboto Mono"/>
                <a:cs typeface="Roboto Mono"/>
                <a:sym typeface="Roboto Mono"/>
              </a:rPr>
              <a:t>const</a:t>
            </a:r>
            <a:r>
              <a:rPr lang="en" sz="1050" dirty="0">
                <a:solidFill>
                  <a:srgbClr val="ECEFF1"/>
                </a:solidFill>
                <a:latin typeface="Roboto Mono"/>
                <a:ea typeface="Roboto Mono"/>
                <a:cs typeface="Roboto Mono"/>
                <a:sym typeface="Roboto Mono"/>
              </a:rPr>
              <a:t> App = () =&gt;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r>
              <a:rPr lang="en" sz="1050" dirty="0">
                <a:solidFill>
                  <a:srgbClr val="4DD0E1"/>
                </a:solidFill>
                <a:latin typeface="Roboto Mono"/>
                <a:ea typeface="Roboto Mono"/>
                <a:cs typeface="Roboto Mono"/>
                <a:sym typeface="Roboto Mono"/>
              </a:rPr>
              <a:t>const</a:t>
            </a:r>
            <a:r>
              <a:rPr lang="en" sz="1050" dirty="0">
                <a:solidFill>
                  <a:srgbClr val="ECEFF1"/>
                </a:solidFill>
                <a:latin typeface="Roboto Mono"/>
                <a:ea typeface="Roboto Mono"/>
                <a:cs typeface="Roboto Mono"/>
                <a:sym typeface="Roboto Mono"/>
              </a:rPr>
              <a:t> [on, setOn] = useState(</a:t>
            </a:r>
            <a:r>
              <a:rPr lang="en" sz="1050" dirty="0">
                <a:solidFill>
                  <a:srgbClr val="4DD0E1"/>
                </a:solidFill>
                <a:latin typeface="Roboto Mono"/>
                <a:ea typeface="Roboto Mono"/>
                <a:cs typeface="Roboto Mono"/>
                <a:sym typeface="Roboto Mono"/>
              </a:rPr>
              <a:t>false</a:t>
            </a:r>
            <a:r>
              <a:rPr lang="en" sz="1050" dirty="0">
                <a:solidFill>
                  <a:srgbClr val="ECEFF1"/>
                </a:solidFill>
                <a:latin typeface="Roboto Mono"/>
                <a:ea typeface="Roboto Mono"/>
                <a:cs typeface="Roboto Mono"/>
                <a:sym typeface="Roboto Mono"/>
              </a:rPr>
              <a: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r>
              <a:rPr lang="en" sz="1050" dirty="0">
                <a:solidFill>
                  <a:srgbClr val="4DD0E1"/>
                </a:solidFill>
                <a:latin typeface="Roboto Mono"/>
                <a:ea typeface="Roboto Mono"/>
                <a:cs typeface="Roboto Mono"/>
                <a:sym typeface="Roboto Mono"/>
              </a:rPr>
              <a:t>const</a:t>
            </a:r>
            <a:r>
              <a:rPr lang="en" sz="1050" dirty="0">
                <a:solidFill>
                  <a:srgbClr val="ECEFF1"/>
                </a:solidFill>
                <a:latin typeface="Roboto Mono"/>
                <a:ea typeface="Roboto Mono"/>
                <a:cs typeface="Roboto Mono"/>
                <a:sym typeface="Roboto Mono"/>
              </a:rPr>
              <a:t> toggleMessage = (event) =&gt;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setOn(!on);</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r>
              <a:rPr lang="en" sz="1050" dirty="0">
                <a:solidFill>
                  <a:srgbClr val="4DD0E1"/>
                </a:solidFill>
                <a:latin typeface="Roboto Mono"/>
                <a:ea typeface="Roboto Mono"/>
                <a:cs typeface="Roboto Mono"/>
                <a:sym typeface="Roboto Mono"/>
              </a:rPr>
              <a:t>return</a:t>
            </a:r>
            <a:r>
              <a:rPr lang="en" sz="1050" dirty="0">
                <a:solidFill>
                  <a:srgbClr val="ECEFF1"/>
                </a:solidFill>
                <a:latin typeface="Roboto Mono"/>
                <a:ea typeface="Roboto Mono"/>
                <a:cs typeface="Roboto Mono"/>
                <a:sym typeface="Roboto Mono"/>
              </a:rPr>
              <a:t> &lt;div&gt;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&lt;button onClick={toggleMessage}&gt;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Toggle</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&lt;/button&gt;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 on ?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&lt;p&gt;value of on is "true"&lt;/p&gt;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&lt;p&gt;value of on is "false"&lt;/p&gt;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&lt;/div&gt;;</a:t>
            </a:r>
            <a:endParaRPr sz="1050" dirty="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050" dirty="0">
                <a:solidFill>
                  <a:srgbClr val="ECEFF1"/>
                </a:solidFill>
                <a:latin typeface="Roboto Mono"/>
                <a:ea typeface="Roboto Mono"/>
                <a:cs typeface="Roboto Mono"/>
                <a:sym typeface="Roboto Mono"/>
              </a:rPr>
              <a:t>}</a:t>
            </a:r>
            <a:endParaRPr sz="1050" dirty="0">
              <a:solidFill>
                <a:srgbClr val="ECEFF1"/>
              </a:solidFill>
              <a:latin typeface="Roboto Mono"/>
              <a:ea typeface="Roboto Mono"/>
              <a:cs typeface="Roboto Mono"/>
              <a:sym typeface="Roboto Mono"/>
            </a:endParaRPr>
          </a:p>
        </p:txBody>
      </p:sp>
      <p:sp>
        <p:nvSpPr>
          <p:cNvPr id="136" name="Google Shape;136;p23"/>
          <p:cNvSpPr txBox="1"/>
          <p:nvPr/>
        </p:nvSpPr>
        <p:spPr>
          <a:xfrm>
            <a:off x="152400" y="152400"/>
            <a:ext cx="3695400" cy="346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050">
              <a:solidFill>
                <a:srgbClr val="ECEFF1"/>
              </a:solidFill>
              <a:latin typeface="Roboto Mono"/>
              <a:ea typeface="Roboto Mono"/>
              <a:cs typeface="Roboto Mono"/>
              <a:sym typeface="Roboto Mono"/>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4"/>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JSX Conditionals - Short Circuits</a:t>
            </a:r>
            <a:endParaRPr/>
          </a:p>
        </p:txBody>
      </p:sp>
      <p:sp>
        <p:nvSpPr>
          <p:cNvPr id="142" name="Google Shape;142;p24"/>
          <p:cNvSpPr txBox="1">
            <a:spLocks noGrp="1"/>
          </p:cNvSpPr>
          <p:nvPr>
            <p:ph type="body" idx="1"/>
          </p:nvPr>
        </p:nvSpPr>
        <p:spPr>
          <a:xfrm>
            <a:off x="387900" y="1261225"/>
            <a:ext cx="3999900" cy="3078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100" dirty="0"/>
              <a:t>In your the JSX of your components many times you just want to display something based a certain condition and nothing if the condition is not met. You could do this with the ternary of the last slide, but it’s a bit nicer to use “short circuits” to do so.</a:t>
            </a:r>
            <a:endParaRPr sz="1100" dirty="0"/>
          </a:p>
          <a:p>
            <a:pPr marL="0" lvl="0" indent="0" algn="l" rtl="0">
              <a:spcBef>
                <a:spcPts val="1600"/>
              </a:spcBef>
              <a:spcAft>
                <a:spcPts val="0"/>
              </a:spcAft>
              <a:buNone/>
            </a:pPr>
            <a:r>
              <a:rPr lang="en" sz="1100" dirty="0"/>
              <a:t>Let’s take a look at the example on the right, first we have a boolean stateful variable named “</a:t>
            </a:r>
            <a:r>
              <a:rPr lang="en" sz="1050" dirty="0">
                <a:solidFill>
                  <a:srgbClr val="ECEFF1"/>
                </a:solidFill>
                <a:latin typeface="Roboto Mono"/>
                <a:ea typeface="Roboto Mono"/>
                <a:cs typeface="Roboto Mono"/>
                <a:sym typeface="Roboto Mono"/>
              </a:rPr>
              <a:t>hideMessage</a:t>
            </a:r>
            <a:r>
              <a:rPr lang="en" sz="1100" dirty="0"/>
              <a:t>” that we toggle on or off in the “</a:t>
            </a:r>
            <a:r>
              <a:rPr lang="en" sz="1050" dirty="0">
                <a:solidFill>
                  <a:srgbClr val="ECEFF1"/>
                </a:solidFill>
                <a:latin typeface="Roboto Mono"/>
                <a:ea typeface="Roboto Mono"/>
                <a:cs typeface="Roboto Mono"/>
                <a:sym typeface="Roboto Mono"/>
              </a:rPr>
              <a:t>toggleMessage</a:t>
            </a:r>
            <a:r>
              <a:rPr lang="en" sz="1100" dirty="0"/>
              <a:t>”</a:t>
            </a:r>
            <a:endParaRPr sz="1100" dirty="0"/>
          </a:p>
          <a:p>
            <a:pPr marL="0" lvl="0" indent="0" algn="l" rtl="0">
              <a:spcBef>
                <a:spcPts val="1600"/>
              </a:spcBef>
              <a:spcAft>
                <a:spcPts val="0"/>
              </a:spcAft>
              <a:buNone/>
            </a:pPr>
            <a:r>
              <a:rPr lang="en" sz="1100" dirty="0"/>
              <a:t>We want to display the message only if the  ”</a:t>
            </a:r>
            <a:r>
              <a:rPr lang="en" sz="1050" dirty="0">
                <a:solidFill>
                  <a:srgbClr val="ECEFF1"/>
                </a:solidFill>
                <a:latin typeface="Roboto Mono"/>
                <a:ea typeface="Roboto Mono"/>
                <a:cs typeface="Roboto Mono"/>
                <a:sym typeface="Roboto Mono"/>
              </a:rPr>
              <a:t>hideMessage</a:t>
            </a:r>
            <a:r>
              <a:rPr lang="en" sz="1100" dirty="0"/>
              <a:t>” is true. We use the condition and short circuit like so </a:t>
            </a:r>
            <a:br>
              <a:rPr lang="en" sz="1100" dirty="0"/>
            </a:br>
            <a:r>
              <a:rPr lang="en" sz="1100" dirty="0"/>
              <a:t>“</a:t>
            </a:r>
            <a:r>
              <a:rPr lang="en" sz="1050" dirty="0">
                <a:solidFill>
                  <a:srgbClr val="ECEFF1"/>
                </a:solidFill>
                <a:latin typeface="Roboto Mono"/>
                <a:ea typeface="Roboto Mono"/>
                <a:cs typeface="Roboto Mono"/>
                <a:sym typeface="Roboto Mono"/>
              </a:rPr>
              <a:t>hideMessage &amp;&amp; </a:t>
            </a:r>
            <a:r>
              <a:rPr lang="en" sz="1100" dirty="0"/>
              <a:t>” so that we display what’s on the right of the “</a:t>
            </a:r>
            <a:r>
              <a:rPr lang="en" sz="1050" dirty="0">
                <a:solidFill>
                  <a:srgbClr val="ECEFF1"/>
                </a:solidFill>
                <a:latin typeface="Roboto Mono"/>
                <a:ea typeface="Roboto Mono"/>
                <a:cs typeface="Roboto Mono"/>
                <a:sym typeface="Roboto Mono"/>
              </a:rPr>
              <a:t>&amp;&amp;</a:t>
            </a:r>
            <a:r>
              <a:rPr lang="en" sz="1100" dirty="0"/>
              <a:t>” which is the “</a:t>
            </a:r>
            <a:r>
              <a:rPr lang="en" sz="1050" dirty="0">
                <a:solidFill>
                  <a:srgbClr val="ECEFF1"/>
                </a:solidFill>
                <a:latin typeface="Roboto Mono"/>
                <a:ea typeface="Roboto Mono"/>
                <a:cs typeface="Roboto Mono"/>
                <a:sym typeface="Roboto Mono"/>
              </a:rPr>
              <a:t>&lt;p&gt;The secret message!&lt;/p&gt;</a:t>
            </a:r>
            <a:r>
              <a:rPr lang="en" sz="1100" dirty="0"/>
              <a:t>”</a:t>
            </a:r>
            <a:endParaRPr sz="1100" dirty="0"/>
          </a:p>
          <a:p>
            <a:pPr marL="0" lvl="0" indent="0" algn="l" rtl="0">
              <a:spcBef>
                <a:spcPts val="1600"/>
              </a:spcBef>
              <a:spcAft>
                <a:spcPts val="1600"/>
              </a:spcAft>
              <a:buNone/>
            </a:pPr>
            <a:r>
              <a:rPr lang="en" sz="1100" dirty="0"/>
              <a:t>Take a look at the linked example to see how this works.</a:t>
            </a:r>
            <a:endParaRPr sz="1100" dirty="0"/>
          </a:p>
        </p:txBody>
      </p:sp>
      <p:sp>
        <p:nvSpPr>
          <p:cNvPr id="143" name="Google Shape;143;p24"/>
          <p:cNvSpPr txBox="1">
            <a:spLocks noGrp="1"/>
          </p:cNvSpPr>
          <p:nvPr>
            <p:ph type="body" idx="2"/>
          </p:nvPr>
        </p:nvSpPr>
        <p:spPr>
          <a:xfrm>
            <a:off x="4475875" y="1144125"/>
            <a:ext cx="3259200" cy="3720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a:t>Example of </a:t>
            </a:r>
            <a:r>
              <a:rPr lang="en" u="sng">
                <a:solidFill>
                  <a:schemeClr val="hlink"/>
                </a:solidFill>
                <a:hlinkClick r:id="rId3"/>
              </a:rPr>
              <a:t>JSX Short Circuits</a:t>
            </a:r>
            <a:endParaRPr/>
          </a:p>
        </p:txBody>
      </p:sp>
      <p:sp>
        <p:nvSpPr>
          <p:cNvPr id="144" name="Google Shape;144;p24"/>
          <p:cNvSpPr txBox="1"/>
          <p:nvPr/>
        </p:nvSpPr>
        <p:spPr>
          <a:xfrm>
            <a:off x="152400" y="152400"/>
            <a:ext cx="3695400" cy="346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endParaRPr sz="1050">
              <a:solidFill>
                <a:srgbClr val="ECEFF1"/>
              </a:solidFill>
              <a:latin typeface="Roboto Mono"/>
              <a:ea typeface="Roboto Mono"/>
              <a:cs typeface="Roboto Mono"/>
              <a:sym typeface="Roboto Mono"/>
            </a:endParaRPr>
          </a:p>
        </p:txBody>
      </p:sp>
      <p:sp>
        <p:nvSpPr>
          <p:cNvPr id="145" name="Google Shape;145;p24"/>
          <p:cNvSpPr txBox="1"/>
          <p:nvPr/>
        </p:nvSpPr>
        <p:spPr>
          <a:xfrm>
            <a:off x="4387800" y="1516125"/>
            <a:ext cx="6152400" cy="3169042"/>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050" dirty="0">
                <a:solidFill>
                  <a:srgbClr val="4DD0E1"/>
                </a:solidFill>
                <a:latin typeface="Roboto Mono"/>
                <a:ea typeface="Roboto Mono"/>
                <a:cs typeface="Roboto Mono"/>
                <a:sym typeface="Roboto Mono"/>
              </a:rPr>
              <a:t>import</a:t>
            </a:r>
            <a:r>
              <a:rPr lang="en" sz="1050" dirty="0">
                <a:solidFill>
                  <a:srgbClr val="ECEFF1"/>
                </a:solidFill>
                <a:latin typeface="Roboto Mono"/>
                <a:ea typeface="Roboto Mono"/>
                <a:cs typeface="Roboto Mono"/>
                <a:sym typeface="Roboto Mono"/>
              </a:rPr>
              <a:t> { useState } </a:t>
            </a:r>
            <a:r>
              <a:rPr lang="en" sz="1050" dirty="0">
                <a:solidFill>
                  <a:srgbClr val="4DD0E1"/>
                </a:solidFill>
                <a:latin typeface="Roboto Mono"/>
                <a:ea typeface="Roboto Mono"/>
                <a:cs typeface="Roboto Mono"/>
                <a:sym typeface="Roboto Mono"/>
              </a:rPr>
              <a:t>from</a:t>
            </a:r>
            <a:r>
              <a:rPr lang="en" sz="1050" dirty="0">
                <a:solidFill>
                  <a:srgbClr val="ECEFF1"/>
                </a:solidFill>
                <a:latin typeface="Roboto Mono"/>
                <a:ea typeface="Roboto Mono"/>
                <a:cs typeface="Roboto Mono"/>
                <a:sym typeface="Roboto Mono"/>
              </a:rPr>
              <a:t> </a:t>
            </a:r>
            <a:r>
              <a:rPr lang="en" sz="1050" dirty="0">
                <a:solidFill>
                  <a:srgbClr val="9CCC65"/>
                </a:solidFill>
                <a:latin typeface="Roboto Mono"/>
                <a:ea typeface="Roboto Mono"/>
                <a:cs typeface="Roboto Mono"/>
                <a:sym typeface="Roboto Mono"/>
              </a:rPr>
              <a:t>'react'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4DD0E1"/>
                </a:solidFill>
                <a:latin typeface="Roboto Mono"/>
                <a:ea typeface="Roboto Mono"/>
                <a:cs typeface="Roboto Mono"/>
                <a:sym typeface="Roboto Mono"/>
              </a:rPr>
              <a:t>const</a:t>
            </a:r>
            <a:r>
              <a:rPr lang="en" sz="1050" dirty="0">
                <a:solidFill>
                  <a:srgbClr val="ECEFF1"/>
                </a:solidFill>
                <a:latin typeface="Roboto Mono"/>
                <a:ea typeface="Roboto Mono"/>
                <a:cs typeface="Roboto Mono"/>
                <a:sym typeface="Roboto Mono"/>
              </a:rPr>
              <a:t> App = () =&gt;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r>
              <a:rPr lang="en" sz="1050" dirty="0">
                <a:solidFill>
                  <a:srgbClr val="4DD0E1"/>
                </a:solidFill>
                <a:latin typeface="Roboto Mono"/>
                <a:ea typeface="Roboto Mono"/>
                <a:cs typeface="Roboto Mono"/>
                <a:sym typeface="Roboto Mono"/>
              </a:rPr>
              <a:t>const</a:t>
            </a:r>
            <a:r>
              <a:rPr lang="en" sz="1050" dirty="0">
                <a:solidFill>
                  <a:srgbClr val="ECEFF1"/>
                </a:solidFill>
                <a:latin typeface="Roboto Mono"/>
                <a:ea typeface="Roboto Mono"/>
                <a:cs typeface="Roboto Mono"/>
                <a:sym typeface="Roboto Mono"/>
              </a:rPr>
              <a:t> [hideMessage, setHideMessage] = useState(</a:t>
            </a:r>
            <a:r>
              <a:rPr lang="en" sz="1050" dirty="0">
                <a:solidFill>
                  <a:srgbClr val="4DD0E1"/>
                </a:solidFill>
                <a:latin typeface="Roboto Mono"/>
                <a:ea typeface="Roboto Mono"/>
                <a:cs typeface="Roboto Mono"/>
                <a:sym typeface="Roboto Mono"/>
              </a:rPr>
              <a:t>false</a:t>
            </a:r>
            <a:r>
              <a:rPr lang="en" sz="1050" dirty="0">
                <a:solidFill>
                  <a:srgbClr val="ECEFF1"/>
                </a:solidFill>
                <a:latin typeface="Roboto Mono"/>
                <a:ea typeface="Roboto Mono"/>
                <a:cs typeface="Roboto Mono"/>
                <a:sym typeface="Roboto Mono"/>
              </a:rPr>
              <a: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r>
              <a:rPr lang="en" sz="1050" dirty="0">
                <a:solidFill>
                  <a:srgbClr val="4DD0E1"/>
                </a:solidFill>
                <a:latin typeface="Roboto Mono"/>
                <a:ea typeface="Roboto Mono"/>
                <a:cs typeface="Roboto Mono"/>
                <a:sym typeface="Roboto Mono"/>
              </a:rPr>
              <a:t>const</a:t>
            </a:r>
            <a:r>
              <a:rPr lang="en" sz="1050" dirty="0">
                <a:solidFill>
                  <a:srgbClr val="ECEFF1"/>
                </a:solidFill>
                <a:latin typeface="Roboto Mono"/>
                <a:ea typeface="Roboto Mono"/>
                <a:cs typeface="Roboto Mono"/>
                <a:sym typeface="Roboto Mono"/>
              </a:rPr>
              <a:t> toggleMessage = (event) =&gt;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setHideMessage(!hideMessage);</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r>
              <a:rPr lang="en" sz="1050" dirty="0">
                <a:solidFill>
                  <a:srgbClr val="4DD0E1"/>
                </a:solidFill>
                <a:latin typeface="Roboto Mono"/>
                <a:ea typeface="Roboto Mono"/>
                <a:cs typeface="Roboto Mono"/>
                <a:sym typeface="Roboto Mono"/>
              </a:rPr>
              <a:t>return</a:t>
            </a:r>
            <a:r>
              <a:rPr lang="en" sz="1050" dirty="0">
                <a:solidFill>
                  <a:srgbClr val="ECEFF1"/>
                </a:solidFill>
                <a:latin typeface="Roboto Mono"/>
                <a:ea typeface="Roboto Mono"/>
                <a:cs typeface="Roboto Mono"/>
                <a:sym typeface="Roboto Mono"/>
              </a:rPr>
              <a:t> (&lt;div&gt;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&lt;button onClick={toggleMessage}&gt;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 hideMessage ? </a:t>
            </a:r>
            <a:r>
              <a:rPr lang="en" sz="1050" dirty="0">
                <a:solidFill>
                  <a:srgbClr val="9CCC65"/>
                </a:solidFill>
                <a:latin typeface="Roboto Mono"/>
                <a:ea typeface="Roboto Mono"/>
                <a:cs typeface="Roboto Mono"/>
                <a:sym typeface="Roboto Mono"/>
              </a:rPr>
              <a:t>"Hide Message"</a:t>
            </a:r>
            <a:r>
              <a:rPr lang="en" sz="1050" dirty="0">
                <a:solidFill>
                  <a:srgbClr val="ECEFF1"/>
                </a:solidFill>
                <a:latin typeface="Roboto Mono"/>
                <a:ea typeface="Roboto Mono"/>
                <a:cs typeface="Roboto Mono"/>
                <a:sym typeface="Roboto Mono"/>
              </a:rPr>
              <a:t>: </a:t>
            </a:r>
            <a:r>
              <a:rPr lang="en" sz="1050" dirty="0">
                <a:solidFill>
                  <a:srgbClr val="9CCC65"/>
                </a:solidFill>
                <a:latin typeface="Roboto Mono"/>
                <a:ea typeface="Roboto Mono"/>
                <a:cs typeface="Roboto Mono"/>
                <a:sym typeface="Roboto Mono"/>
              </a:rPr>
              <a:t>"Show Message"</a:t>
            </a:r>
            <a:r>
              <a:rPr lang="en" sz="1050" dirty="0">
                <a:solidFill>
                  <a:srgbClr val="ECEFF1"/>
                </a:solidFill>
                <a:latin typeface="Roboto Mono"/>
                <a:ea typeface="Roboto Mono"/>
                <a:cs typeface="Roboto Mono"/>
                <a:sym typeface="Roboto Mono"/>
              </a:rPr>
              <a: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&lt;/button&gt;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 hideMessage &amp;&amp;</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&lt;p&gt;The secret message!&lt;/p&gt;</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a:t>
            </a:r>
            <a:endParaRPr sz="1050" dirty="0">
              <a:solidFill>
                <a:srgbClr val="ECEFF1"/>
              </a:solidFill>
              <a:latin typeface="Roboto Mono"/>
              <a:ea typeface="Roboto Mono"/>
              <a:cs typeface="Roboto Mono"/>
              <a:sym typeface="Roboto Mono"/>
            </a:endParaRPr>
          </a:p>
          <a:p>
            <a:pPr marL="0" lvl="0" indent="0" algn="l" rtl="0">
              <a:spcBef>
                <a:spcPts val="0"/>
              </a:spcBef>
              <a:spcAft>
                <a:spcPts val="0"/>
              </a:spcAft>
              <a:buNone/>
            </a:pPr>
            <a:r>
              <a:rPr lang="en" sz="1050" dirty="0">
                <a:solidFill>
                  <a:srgbClr val="ECEFF1"/>
                </a:solidFill>
                <a:latin typeface="Roboto Mono"/>
                <a:ea typeface="Roboto Mono"/>
                <a:cs typeface="Roboto Mono"/>
                <a:sym typeface="Roboto Mono"/>
              </a:rPr>
              <a:t>    &lt;/div&gt;);</a:t>
            </a:r>
            <a:endParaRPr sz="1050" dirty="0">
              <a:solidFill>
                <a:srgbClr val="ECEFF1"/>
              </a:solidFill>
              <a:latin typeface="Roboto Mono"/>
              <a:ea typeface="Roboto Mono"/>
              <a:cs typeface="Roboto Mono"/>
              <a:sym typeface="Roboto Mono"/>
            </a:endParaRPr>
          </a:p>
          <a:p>
            <a:pPr marL="0" lvl="0" indent="0" algn="l" rtl="0">
              <a:lnSpc>
                <a:spcPct val="146739"/>
              </a:lnSpc>
              <a:spcBef>
                <a:spcPts val="0"/>
              </a:spcBef>
              <a:spcAft>
                <a:spcPts val="0"/>
              </a:spcAft>
              <a:buNone/>
            </a:pPr>
            <a:r>
              <a:rPr lang="en" sz="1050" dirty="0">
                <a:solidFill>
                  <a:srgbClr val="ECEFF1"/>
                </a:solidFill>
                <a:latin typeface="Roboto Mono"/>
                <a:ea typeface="Roboto Mono"/>
                <a:cs typeface="Roboto Mono"/>
                <a:sym typeface="Roboto Mono"/>
              </a:rPr>
              <a:t>}</a:t>
            </a:r>
            <a:endParaRPr sz="1050" dirty="0">
              <a:solidFill>
                <a:srgbClr val="ECEFF1"/>
              </a:solidFill>
              <a:latin typeface="Roboto Mono"/>
              <a:ea typeface="Roboto Mono"/>
              <a:cs typeface="Roboto Mono"/>
              <a:sym typeface="Roboto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5"/>
          <p:cNvSpPr txBox="1">
            <a:spLocks noGrp="1"/>
          </p:cNvSpPr>
          <p:nvPr>
            <p:ph type="title"/>
          </p:nvPr>
        </p:nvSpPr>
        <p:spPr>
          <a:xfrm>
            <a:off x="480750" y="1764950"/>
            <a:ext cx="8222100" cy="9075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Example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6"/>
          <p:cNvSpPr txBox="1">
            <a:spLocks noGrp="1"/>
          </p:cNvSpPr>
          <p:nvPr>
            <p:ph type="title"/>
          </p:nvPr>
        </p:nvSpPr>
        <p:spPr>
          <a:xfrm>
            <a:off x="387900" y="458025"/>
            <a:ext cx="8368200" cy="6861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Reading/Resources</a:t>
            </a:r>
            <a:endParaRPr/>
          </a:p>
        </p:txBody>
      </p:sp>
      <p:sp>
        <p:nvSpPr>
          <p:cNvPr id="156" name="Google Shape;156;p26"/>
          <p:cNvSpPr txBox="1">
            <a:spLocks noGrp="1"/>
          </p:cNvSpPr>
          <p:nvPr>
            <p:ph type="body" idx="1"/>
          </p:nvPr>
        </p:nvSpPr>
        <p:spPr>
          <a:xfrm>
            <a:off x="387900" y="1289999"/>
            <a:ext cx="8368200" cy="30789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sz="1100"/>
              <a:t>useState.</a:t>
            </a:r>
            <a:endParaRPr sz="1100"/>
          </a:p>
          <a:p>
            <a:pPr marL="914400" lvl="1" indent="-298450" algn="l" rtl="0">
              <a:spcBef>
                <a:spcPts val="0"/>
              </a:spcBef>
              <a:spcAft>
                <a:spcPts val="0"/>
              </a:spcAft>
              <a:buSzPts val="1100"/>
              <a:buChar char="○"/>
            </a:pPr>
            <a:r>
              <a:rPr lang="en" sz="1100" u="sng">
                <a:solidFill>
                  <a:schemeClr val="hlink"/>
                </a:solidFill>
                <a:latin typeface="Arial"/>
                <a:ea typeface="Arial"/>
                <a:cs typeface="Arial"/>
                <a:sym typeface="Arial"/>
                <a:hlinkClick r:id="rId3"/>
              </a:rPr>
              <a:t>https://reactjs.org/docs/hooks-state.html</a:t>
            </a:r>
            <a:endParaRPr sz="1100"/>
          </a:p>
          <a:p>
            <a:pPr marL="457200" lvl="0" indent="-298450" algn="l" rtl="0">
              <a:spcBef>
                <a:spcPts val="0"/>
              </a:spcBef>
              <a:spcAft>
                <a:spcPts val="0"/>
              </a:spcAft>
              <a:buSzPts val="1100"/>
              <a:buChar char="●"/>
            </a:pPr>
            <a:r>
              <a:rPr lang="en" sz="1100"/>
              <a:t>Hooks Introduction</a:t>
            </a:r>
            <a:endParaRPr sz="1100"/>
          </a:p>
          <a:p>
            <a:pPr marL="914400" lvl="1" indent="-298450" algn="l" rtl="0">
              <a:spcBef>
                <a:spcPts val="0"/>
              </a:spcBef>
              <a:spcAft>
                <a:spcPts val="0"/>
              </a:spcAft>
              <a:buSzPts val="1100"/>
              <a:buChar char="○"/>
            </a:pPr>
            <a:r>
              <a:rPr lang="en" sz="1100" u="sng">
                <a:solidFill>
                  <a:schemeClr val="hlink"/>
                </a:solidFill>
                <a:hlinkClick r:id="rId4"/>
              </a:rPr>
              <a:t>https://reactjs.org/docs/hooks-intro.html</a:t>
            </a:r>
            <a:r>
              <a:rPr lang="en" sz="1100"/>
              <a:t> </a:t>
            </a:r>
            <a:endParaRPr sz="1100"/>
          </a:p>
          <a:p>
            <a:pPr marL="457200" lvl="0" indent="-298450" algn="l" rtl="0">
              <a:spcBef>
                <a:spcPts val="0"/>
              </a:spcBef>
              <a:spcAft>
                <a:spcPts val="0"/>
              </a:spcAft>
              <a:buSzPts val="1100"/>
              <a:buChar char="●"/>
            </a:pPr>
            <a:r>
              <a:rPr lang="en" sz="1100"/>
              <a:t>Class Lifecycle</a:t>
            </a:r>
            <a:endParaRPr sz="1100"/>
          </a:p>
          <a:p>
            <a:pPr marL="914400" lvl="1" indent="-298450" algn="l" rtl="0">
              <a:spcBef>
                <a:spcPts val="0"/>
              </a:spcBef>
              <a:spcAft>
                <a:spcPts val="0"/>
              </a:spcAft>
              <a:buSzPts val="1100"/>
              <a:buChar char="○"/>
            </a:pPr>
            <a:r>
              <a:rPr lang="en" sz="1100" u="sng">
                <a:solidFill>
                  <a:schemeClr val="hlink"/>
                </a:solidFill>
                <a:hlinkClick r:id="rId5"/>
              </a:rPr>
              <a:t>https://reactjs.org/docs/state-and-lifecycle.html</a:t>
            </a:r>
            <a:r>
              <a:rPr lang="en" sz="1100"/>
              <a:t> </a:t>
            </a:r>
            <a:endParaRPr sz="1100"/>
          </a:p>
          <a:p>
            <a:pPr marL="457200" lvl="0" indent="-298450" algn="l" rtl="0">
              <a:spcBef>
                <a:spcPts val="0"/>
              </a:spcBef>
              <a:spcAft>
                <a:spcPts val="0"/>
              </a:spcAft>
              <a:buSzPts val="1100"/>
              <a:buChar char="●"/>
            </a:pPr>
            <a:r>
              <a:rPr lang="en" sz="1100"/>
              <a:t>Handling Events in React:</a:t>
            </a:r>
            <a:endParaRPr sz="1100"/>
          </a:p>
          <a:p>
            <a:pPr marL="914400" lvl="1" indent="-298450" algn="l" rtl="0">
              <a:spcBef>
                <a:spcPts val="0"/>
              </a:spcBef>
              <a:spcAft>
                <a:spcPts val="0"/>
              </a:spcAft>
              <a:buSzPts val="1100"/>
              <a:buChar char="○"/>
            </a:pPr>
            <a:r>
              <a:rPr lang="en" sz="1100" u="sng">
                <a:solidFill>
                  <a:schemeClr val="hlink"/>
                </a:solidFill>
                <a:hlinkClick r:id="rId6"/>
              </a:rPr>
              <a:t>https://reactjs.org/docs/handling-events.html</a:t>
            </a:r>
            <a:r>
              <a:rPr lang="en" sz="1100"/>
              <a:t> </a:t>
            </a:r>
            <a:endParaRPr sz="1100"/>
          </a:p>
          <a:p>
            <a:pPr marL="457200" lvl="0" indent="-298450" algn="l" rtl="0">
              <a:spcBef>
                <a:spcPts val="0"/>
              </a:spcBef>
              <a:spcAft>
                <a:spcPts val="0"/>
              </a:spcAft>
              <a:buSzPts val="1100"/>
              <a:buChar char="●"/>
            </a:pPr>
            <a:r>
              <a:rPr lang="en" sz="1100"/>
              <a:t>Events Documentation in React:</a:t>
            </a:r>
            <a:endParaRPr sz="1100"/>
          </a:p>
          <a:p>
            <a:pPr marL="914400" lvl="1" indent="-298450" algn="l" rtl="0">
              <a:spcBef>
                <a:spcPts val="0"/>
              </a:spcBef>
              <a:spcAft>
                <a:spcPts val="0"/>
              </a:spcAft>
              <a:buSzPts val="1100"/>
              <a:buChar char="○"/>
            </a:pPr>
            <a:r>
              <a:rPr lang="en" sz="1100" u="sng">
                <a:solidFill>
                  <a:schemeClr val="hlink"/>
                </a:solidFill>
                <a:hlinkClick r:id="rId7"/>
              </a:rPr>
              <a:t>https://reactjs.org/docs/events.html</a:t>
            </a:r>
            <a:r>
              <a:rPr lang="en" sz="1100"/>
              <a:t> </a:t>
            </a:r>
            <a:endParaRPr sz="1100"/>
          </a:p>
          <a:p>
            <a:pPr marL="0" lvl="0" indent="0" algn="l" rtl="0">
              <a:spcBef>
                <a:spcPts val="1600"/>
              </a:spcBef>
              <a:spcAft>
                <a:spcPts val="1600"/>
              </a:spcAft>
              <a:buNone/>
            </a:pPr>
            <a:endParaRPr sz="1100"/>
          </a:p>
        </p:txBody>
      </p:sp>
    </p:spTree>
  </p:cSld>
  <p:clrMapOvr>
    <a:masterClrMapping/>
  </p:clrMapOvr>
</p:sld>
</file>

<file path=ppt/theme/theme1.xml><?xml version="1.0" encoding="utf-8"?>
<a:theme xmlns:a="http://schemas.openxmlformats.org/drawingml/2006/main" name="Marina">
  <a:themeElements>
    <a:clrScheme name="Marina">
      <a:dk1>
        <a:srgbClr val="FFFFFF"/>
      </a:dk1>
      <a:lt1>
        <a:srgbClr val="00517C"/>
      </a:lt1>
      <a:dk2>
        <a:srgbClr val="004065"/>
      </a:dk2>
      <a:lt2>
        <a:srgbClr val="CFD8DC"/>
      </a:lt2>
      <a:accent1>
        <a:srgbClr val="0277BD"/>
      </a:accent1>
      <a:accent2>
        <a:srgbClr val="558B2F"/>
      </a:accent2>
      <a:accent3>
        <a:srgbClr val="009688"/>
      </a:accent3>
      <a:accent4>
        <a:srgbClr val="039BE5"/>
      </a:accent4>
      <a:accent5>
        <a:srgbClr val="8BC34A"/>
      </a:accent5>
      <a:accent6>
        <a:srgbClr val="FFEB38"/>
      </a:accent6>
      <a:hlink>
        <a:srgbClr val="8BC34A"/>
      </a:hlink>
      <a:folHlink>
        <a:srgbClr val="8BC34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1621</Words>
  <Application>Microsoft Office PowerPoint</Application>
  <PresentationFormat>On-screen Show (16:9)</PresentationFormat>
  <Paragraphs>187</Paragraphs>
  <Slides>14</Slides>
  <Notes>14</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Roboto Slab</vt:lpstr>
      <vt:lpstr>Arial</vt:lpstr>
      <vt:lpstr>Roboto</vt:lpstr>
      <vt:lpstr>Roboto Mono</vt:lpstr>
      <vt:lpstr>Marina</vt:lpstr>
      <vt:lpstr>Events and React State Fundamentals</vt:lpstr>
      <vt:lpstr>Announcements</vt:lpstr>
      <vt:lpstr>Where are we?</vt:lpstr>
      <vt:lpstr>Expectations - What I expect from you</vt:lpstr>
      <vt:lpstr>Events</vt:lpstr>
      <vt:lpstr>Events Examples</vt:lpstr>
      <vt:lpstr>State What is that?</vt:lpstr>
      <vt:lpstr>State Hooks and how they Work.</vt:lpstr>
      <vt:lpstr>State Hook Examples 1</vt:lpstr>
      <vt:lpstr>State Hook Examples 2</vt:lpstr>
      <vt:lpstr>JSX Conditionals - Ternary Operators</vt:lpstr>
      <vt:lpstr>JSX Conditionals - Short Circuits</vt:lpstr>
      <vt:lpstr>Example</vt:lpstr>
      <vt:lpstr>Reading/Resources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Jhimlie Eustaquio</cp:lastModifiedBy>
  <cp:revision>1</cp:revision>
  <dcterms:modified xsi:type="dcterms:W3CDTF">2026-10-03T22:02:52Z</dcterms:modified>
</cp:coreProperties>
</file>